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77" r:id="rId6"/>
    <p:sldId id="261" r:id="rId7"/>
    <p:sldId id="262" r:id="rId8"/>
    <p:sldId id="278" r:id="rId9"/>
    <p:sldId id="265" r:id="rId10"/>
    <p:sldId id="279" r:id="rId11"/>
    <p:sldId id="266" r:id="rId12"/>
    <p:sldId id="267" r:id="rId13"/>
    <p:sldId id="268" r:id="rId14"/>
    <p:sldId id="280" r:id="rId15"/>
    <p:sldId id="270" r:id="rId16"/>
    <p:sldId id="281" r:id="rId17"/>
    <p:sldId id="282" r:id="rId18"/>
    <p:sldId id="271" r:id="rId19"/>
    <p:sldId id="28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114"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mal kakkar" userId="1da07b4102b904a1" providerId="LiveId" clId="{A62B9AAB-B538-4D82-A579-29C0CE26D29A}"/>
    <pc:docChg chg="undo custSel addSld delSld modSld sldOrd">
      <pc:chgData name="Komal kakkar" userId="1da07b4102b904a1" providerId="LiveId" clId="{A62B9AAB-B538-4D82-A579-29C0CE26D29A}" dt="2026-07-09T16:07:57.300" v="1120" actId="1076"/>
      <pc:docMkLst>
        <pc:docMk/>
      </pc:docMkLst>
      <pc:sldChg chg="modSp mod">
        <pc:chgData name="Komal kakkar" userId="1da07b4102b904a1" providerId="LiveId" clId="{A62B9AAB-B538-4D82-A579-29C0CE26D29A}" dt="2026-07-09T13:25:03.975" v="507" actId="20577"/>
        <pc:sldMkLst>
          <pc:docMk/>
          <pc:sldMk cId="0" sldId="256"/>
        </pc:sldMkLst>
        <pc:spChg chg="mod">
          <ac:chgData name="Komal kakkar" userId="1da07b4102b904a1" providerId="LiveId" clId="{A62B9AAB-B538-4D82-A579-29C0CE26D29A}" dt="2026-07-09T13:25:03.975" v="507" actId="20577"/>
          <ac:spMkLst>
            <pc:docMk/>
            <pc:sldMk cId="0" sldId="256"/>
            <ac:spMk id="6" creationId="{00000000-0000-0000-0000-000000000000}"/>
          </ac:spMkLst>
        </pc:spChg>
        <pc:spChg chg="mod">
          <ac:chgData name="Komal kakkar" userId="1da07b4102b904a1" providerId="LiveId" clId="{A62B9AAB-B538-4D82-A579-29C0CE26D29A}" dt="2026-07-09T13:23:38.961" v="501" actId="20577"/>
          <ac:spMkLst>
            <pc:docMk/>
            <pc:sldMk cId="0" sldId="256"/>
            <ac:spMk id="7" creationId="{00000000-0000-0000-0000-000000000000}"/>
          </ac:spMkLst>
        </pc:spChg>
      </pc:sldChg>
      <pc:sldChg chg="modSp mod">
        <pc:chgData name="Komal kakkar" userId="1da07b4102b904a1" providerId="LiveId" clId="{A62B9AAB-B538-4D82-A579-29C0CE26D29A}" dt="2026-07-09T13:26:29.863" v="528" actId="20577"/>
        <pc:sldMkLst>
          <pc:docMk/>
          <pc:sldMk cId="0" sldId="257"/>
        </pc:sldMkLst>
        <pc:spChg chg="mod">
          <ac:chgData name="Komal kakkar" userId="1da07b4102b904a1" providerId="LiveId" clId="{A62B9AAB-B538-4D82-A579-29C0CE26D29A}" dt="2026-07-09T12:37:07.929" v="388" actId="255"/>
          <ac:spMkLst>
            <pc:docMk/>
            <pc:sldMk cId="0" sldId="257"/>
            <ac:spMk id="2" creationId="{00000000-0000-0000-0000-000000000000}"/>
          </ac:spMkLst>
        </pc:spChg>
        <pc:spChg chg="mod">
          <ac:chgData name="Komal kakkar" userId="1da07b4102b904a1" providerId="LiveId" clId="{A62B9AAB-B538-4D82-A579-29C0CE26D29A}" dt="2026-07-09T12:37:02.948" v="387" actId="255"/>
          <ac:spMkLst>
            <pc:docMk/>
            <pc:sldMk cId="0" sldId="257"/>
            <ac:spMk id="3" creationId="{00000000-0000-0000-0000-000000000000}"/>
          </ac:spMkLst>
        </pc:spChg>
        <pc:spChg chg="mod">
          <ac:chgData name="Komal kakkar" userId="1da07b4102b904a1" providerId="LiveId" clId="{A62B9AAB-B538-4D82-A579-29C0CE26D29A}" dt="2026-07-08T12:10:39.312" v="2" actId="1076"/>
          <ac:spMkLst>
            <pc:docMk/>
            <pc:sldMk cId="0" sldId="257"/>
            <ac:spMk id="4" creationId="{00000000-0000-0000-0000-000000000000}"/>
          </ac:spMkLst>
        </pc:spChg>
        <pc:spChg chg="mod">
          <ac:chgData name="Komal kakkar" userId="1da07b4102b904a1" providerId="LiveId" clId="{A62B9AAB-B538-4D82-A579-29C0CE26D29A}" dt="2026-07-08T12:11:13.252" v="5" actId="1076"/>
          <ac:spMkLst>
            <pc:docMk/>
            <pc:sldMk cId="0" sldId="257"/>
            <ac:spMk id="5" creationId="{00000000-0000-0000-0000-000000000000}"/>
          </ac:spMkLst>
        </pc:spChg>
        <pc:spChg chg="mod">
          <ac:chgData name="Komal kakkar" userId="1da07b4102b904a1" providerId="LiveId" clId="{A62B9AAB-B538-4D82-A579-29C0CE26D29A}" dt="2026-07-09T12:41:05.867" v="414" actId="1076"/>
          <ac:spMkLst>
            <pc:docMk/>
            <pc:sldMk cId="0" sldId="257"/>
            <ac:spMk id="7" creationId="{00000000-0000-0000-0000-000000000000}"/>
          </ac:spMkLst>
        </pc:spChg>
        <pc:spChg chg="mod">
          <ac:chgData name="Komal kakkar" userId="1da07b4102b904a1" providerId="LiveId" clId="{A62B9AAB-B538-4D82-A579-29C0CE26D29A}" dt="2026-07-09T12:41:16.022" v="415" actId="1076"/>
          <ac:spMkLst>
            <pc:docMk/>
            <pc:sldMk cId="0" sldId="257"/>
            <ac:spMk id="8" creationId="{00000000-0000-0000-0000-000000000000}"/>
          </ac:spMkLst>
        </pc:spChg>
        <pc:spChg chg="mod">
          <ac:chgData name="Komal kakkar" userId="1da07b4102b904a1" providerId="LiveId" clId="{A62B9AAB-B538-4D82-A579-29C0CE26D29A}" dt="2026-07-08T12:11:45.342" v="8" actId="1076"/>
          <ac:spMkLst>
            <pc:docMk/>
            <pc:sldMk cId="0" sldId="257"/>
            <ac:spMk id="9" creationId="{00000000-0000-0000-0000-000000000000}"/>
          </ac:spMkLst>
        </pc:spChg>
        <pc:spChg chg="mod">
          <ac:chgData name="Komal kakkar" userId="1da07b4102b904a1" providerId="LiveId" clId="{A62B9AAB-B538-4D82-A579-29C0CE26D29A}" dt="2026-07-08T12:15:14.611" v="26" actId="1076"/>
          <ac:spMkLst>
            <pc:docMk/>
            <pc:sldMk cId="0" sldId="257"/>
            <ac:spMk id="10" creationId="{00000000-0000-0000-0000-000000000000}"/>
          </ac:spMkLst>
        </pc:spChg>
        <pc:spChg chg="mod">
          <ac:chgData name="Komal kakkar" userId="1da07b4102b904a1" providerId="LiveId" clId="{A62B9AAB-B538-4D82-A579-29C0CE26D29A}" dt="2026-07-09T12:40:55.639" v="413" actId="1076"/>
          <ac:spMkLst>
            <pc:docMk/>
            <pc:sldMk cId="0" sldId="257"/>
            <ac:spMk id="12" creationId="{00000000-0000-0000-0000-000000000000}"/>
          </ac:spMkLst>
        </pc:spChg>
        <pc:spChg chg="mod">
          <ac:chgData name="Komal kakkar" userId="1da07b4102b904a1" providerId="LiveId" clId="{A62B9AAB-B538-4D82-A579-29C0CE26D29A}" dt="2026-07-09T12:40:44.042" v="412" actId="1076"/>
          <ac:spMkLst>
            <pc:docMk/>
            <pc:sldMk cId="0" sldId="257"/>
            <ac:spMk id="13" creationId="{00000000-0000-0000-0000-000000000000}"/>
          </ac:spMkLst>
        </pc:spChg>
        <pc:spChg chg="mod">
          <ac:chgData name="Komal kakkar" userId="1da07b4102b904a1" providerId="LiveId" clId="{A62B9AAB-B538-4D82-A579-29C0CE26D29A}" dt="2026-07-08T12:13:30.120" v="17" actId="1076"/>
          <ac:spMkLst>
            <pc:docMk/>
            <pc:sldMk cId="0" sldId="257"/>
            <ac:spMk id="14" creationId="{00000000-0000-0000-0000-000000000000}"/>
          </ac:spMkLst>
        </pc:spChg>
        <pc:spChg chg="mod">
          <ac:chgData name="Komal kakkar" userId="1da07b4102b904a1" providerId="LiveId" clId="{A62B9AAB-B538-4D82-A579-29C0CE26D29A}" dt="2026-07-08T12:13:56.948" v="20" actId="1076"/>
          <ac:spMkLst>
            <pc:docMk/>
            <pc:sldMk cId="0" sldId="257"/>
            <ac:spMk id="15" creationId="{00000000-0000-0000-0000-000000000000}"/>
          </ac:spMkLst>
        </pc:spChg>
        <pc:spChg chg="mod">
          <ac:chgData name="Komal kakkar" userId="1da07b4102b904a1" providerId="LiveId" clId="{A62B9AAB-B538-4D82-A579-29C0CE26D29A}" dt="2026-07-09T12:40:37.220" v="411" actId="1076"/>
          <ac:spMkLst>
            <pc:docMk/>
            <pc:sldMk cId="0" sldId="257"/>
            <ac:spMk id="17" creationId="{00000000-0000-0000-0000-000000000000}"/>
          </ac:spMkLst>
        </pc:spChg>
        <pc:spChg chg="mod">
          <ac:chgData name="Komal kakkar" userId="1da07b4102b904a1" providerId="LiveId" clId="{A62B9AAB-B538-4D82-A579-29C0CE26D29A}" dt="2026-07-09T12:40:32.031" v="410" actId="1076"/>
          <ac:spMkLst>
            <pc:docMk/>
            <pc:sldMk cId="0" sldId="257"/>
            <ac:spMk id="18" creationId="{00000000-0000-0000-0000-000000000000}"/>
          </ac:spMkLst>
        </pc:spChg>
        <pc:spChg chg="mod">
          <ac:chgData name="Komal kakkar" userId="1da07b4102b904a1" providerId="LiveId" clId="{A62B9AAB-B538-4D82-A579-29C0CE26D29A}" dt="2026-07-08T12:13:45.350" v="19" actId="14100"/>
          <ac:spMkLst>
            <pc:docMk/>
            <pc:sldMk cId="0" sldId="257"/>
            <ac:spMk id="19" creationId="{00000000-0000-0000-0000-000000000000}"/>
          </ac:spMkLst>
        </pc:spChg>
        <pc:spChg chg="mod">
          <ac:chgData name="Komal kakkar" userId="1da07b4102b904a1" providerId="LiveId" clId="{A62B9AAB-B538-4D82-A579-29C0CE26D29A}" dt="2026-07-08T12:13:05.882" v="15" actId="1076"/>
          <ac:spMkLst>
            <pc:docMk/>
            <pc:sldMk cId="0" sldId="257"/>
            <ac:spMk id="20" creationId="{00000000-0000-0000-0000-000000000000}"/>
          </ac:spMkLst>
        </pc:spChg>
        <pc:spChg chg="mod">
          <ac:chgData name="Komal kakkar" userId="1da07b4102b904a1" providerId="LiveId" clId="{A62B9AAB-B538-4D82-A579-29C0CE26D29A}" dt="2026-07-09T12:40:26.039" v="409" actId="1076"/>
          <ac:spMkLst>
            <pc:docMk/>
            <pc:sldMk cId="0" sldId="257"/>
            <ac:spMk id="22" creationId="{00000000-0000-0000-0000-000000000000}"/>
          </ac:spMkLst>
        </pc:spChg>
        <pc:spChg chg="mod">
          <ac:chgData name="Komal kakkar" userId="1da07b4102b904a1" providerId="LiveId" clId="{A62B9AAB-B538-4D82-A579-29C0CE26D29A}" dt="2026-07-09T12:40:21.928" v="408" actId="1076"/>
          <ac:spMkLst>
            <pc:docMk/>
            <pc:sldMk cId="0" sldId="257"/>
            <ac:spMk id="23" creationId="{00000000-0000-0000-0000-000000000000}"/>
          </ac:spMkLst>
        </pc:spChg>
        <pc:spChg chg="mod">
          <ac:chgData name="Komal kakkar" userId="1da07b4102b904a1" providerId="LiveId" clId="{A62B9AAB-B538-4D82-A579-29C0CE26D29A}" dt="2026-07-09T12:37:20.359" v="389" actId="1076"/>
          <ac:spMkLst>
            <pc:docMk/>
            <pc:sldMk cId="0" sldId="257"/>
            <ac:spMk id="24" creationId="{00000000-0000-0000-0000-000000000000}"/>
          </ac:spMkLst>
        </pc:spChg>
        <pc:spChg chg="mod">
          <ac:chgData name="Komal kakkar" userId="1da07b4102b904a1" providerId="LiveId" clId="{A62B9AAB-B538-4D82-A579-29C0CE26D29A}" dt="2026-07-09T12:37:46.149" v="392" actId="1076"/>
          <ac:spMkLst>
            <pc:docMk/>
            <pc:sldMk cId="0" sldId="257"/>
            <ac:spMk id="25" creationId="{00000000-0000-0000-0000-000000000000}"/>
          </ac:spMkLst>
        </pc:spChg>
        <pc:spChg chg="mod">
          <ac:chgData name="Komal kakkar" userId="1da07b4102b904a1" providerId="LiveId" clId="{A62B9AAB-B538-4D82-A579-29C0CE26D29A}" dt="2026-07-09T12:37:30.446" v="390" actId="1076"/>
          <ac:spMkLst>
            <pc:docMk/>
            <pc:sldMk cId="0" sldId="257"/>
            <ac:spMk id="27" creationId="{00000000-0000-0000-0000-000000000000}"/>
          </ac:spMkLst>
        </pc:spChg>
        <pc:spChg chg="mod">
          <ac:chgData name="Komal kakkar" userId="1da07b4102b904a1" providerId="LiveId" clId="{A62B9AAB-B538-4D82-A579-29C0CE26D29A}" dt="2026-07-09T12:41:31.005" v="416" actId="1076"/>
          <ac:spMkLst>
            <pc:docMk/>
            <pc:sldMk cId="0" sldId="257"/>
            <ac:spMk id="28" creationId="{00000000-0000-0000-0000-000000000000}"/>
          </ac:spMkLst>
        </pc:spChg>
        <pc:spChg chg="mod">
          <ac:chgData name="Komal kakkar" userId="1da07b4102b904a1" providerId="LiveId" clId="{A62B9AAB-B538-4D82-A579-29C0CE26D29A}" dt="2026-07-09T12:39:00.105" v="400" actId="1076"/>
          <ac:spMkLst>
            <pc:docMk/>
            <pc:sldMk cId="0" sldId="257"/>
            <ac:spMk id="29" creationId="{00000000-0000-0000-0000-000000000000}"/>
          </ac:spMkLst>
        </pc:spChg>
        <pc:spChg chg="mod">
          <ac:chgData name="Komal kakkar" userId="1da07b4102b904a1" providerId="LiveId" clId="{A62B9AAB-B538-4D82-A579-29C0CE26D29A}" dt="2026-07-09T12:38:42.062" v="398" actId="1076"/>
          <ac:spMkLst>
            <pc:docMk/>
            <pc:sldMk cId="0" sldId="257"/>
            <ac:spMk id="30" creationId="{00000000-0000-0000-0000-000000000000}"/>
          </ac:spMkLst>
        </pc:spChg>
        <pc:spChg chg="mod">
          <ac:chgData name="Komal kakkar" userId="1da07b4102b904a1" providerId="LiveId" clId="{A62B9AAB-B538-4D82-A579-29C0CE26D29A}" dt="2026-07-09T12:41:48.368" v="418" actId="1076"/>
          <ac:spMkLst>
            <pc:docMk/>
            <pc:sldMk cId="0" sldId="257"/>
            <ac:spMk id="32" creationId="{00000000-0000-0000-0000-000000000000}"/>
          </ac:spMkLst>
        </pc:spChg>
        <pc:spChg chg="mod">
          <ac:chgData name="Komal kakkar" userId="1da07b4102b904a1" providerId="LiveId" clId="{A62B9AAB-B538-4D82-A579-29C0CE26D29A}" dt="2026-07-09T12:41:40.369" v="417" actId="1076"/>
          <ac:spMkLst>
            <pc:docMk/>
            <pc:sldMk cId="0" sldId="257"/>
            <ac:spMk id="33" creationId="{00000000-0000-0000-0000-000000000000}"/>
          </ac:spMkLst>
        </pc:spChg>
        <pc:spChg chg="mod">
          <ac:chgData name="Komal kakkar" userId="1da07b4102b904a1" providerId="LiveId" clId="{A62B9AAB-B538-4D82-A579-29C0CE26D29A}" dt="2026-07-09T12:38:21.422" v="396" actId="1076"/>
          <ac:spMkLst>
            <pc:docMk/>
            <pc:sldMk cId="0" sldId="257"/>
            <ac:spMk id="34" creationId="{00000000-0000-0000-0000-000000000000}"/>
          </ac:spMkLst>
        </pc:spChg>
        <pc:spChg chg="mod">
          <ac:chgData name="Komal kakkar" userId="1da07b4102b904a1" providerId="LiveId" clId="{A62B9AAB-B538-4D82-A579-29C0CE26D29A}" dt="2026-07-09T12:39:36.118" v="403" actId="1076"/>
          <ac:spMkLst>
            <pc:docMk/>
            <pc:sldMk cId="0" sldId="257"/>
            <ac:spMk id="35" creationId="{00000000-0000-0000-0000-000000000000}"/>
          </ac:spMkLst>
        </pc:spChg>
        <pc:spChg chg="mod">
          <ac:chgData name="Komal kakkar" userId="1da07b4102b904a1" providerId="LiveId" clId="{A62B9AAB-B538-4D82-A579-29C0CE26D29A}" dt="2026-07-09T12:41:56.050" v="419" actId="1076"/>
          <ac:spMkLst>
            <pc:docMk/>
            <pc:sldMk cId="0" sldId="257"/>
            <ac:spMk id="37" creationId="{00000000-0000-0000-0000-000000000000}"/>
          </ac:spMkLst>
        </pc:spChg>
        <pc:spChg chg="mod">
          <ac:chgData name="Komal kakkar" userId="1da07b4102b904a1" providerId="LiveId" clId="{A62B9AAB-B538-4D82-A579-29C0CE26D29A}" dt="2026-07-09T12:42:04.188" v="420" actId="1076"/>
          <ac:spMkLst>
            <pc:docMk/>
            <pc:sldMk cId="0" sldId="257"/>
            <ac:spMk id="38" creationId="{00000000-0000-0000-0000-000000000000}"/>
          </ac:spMkLst>
        </pc:spChg>
        <pc:spChg chg="mod">
          <ac:chgData name="Komal kakkar" userId="1da07b4102b904a1" providerId="LiveId" clId="{A62B9AAB-B538-4D82-A579-29C0CE26D29A}" dt="2026-07-09T13:26:29.863" v="528" actId="20577"/>
          <ac:spMkLst>
            <pc:docMk/>
            <pc:sldMk cId="0" sldId="257"/>
            <ac:spMk id="40" creationId="{00000000-0000-0000-0000-000000000000}"/>
          </ac:spMkLst>
        </pc:spChg>
        <pc:picChg chg="mod">
          <ac:chgData name="Komal kakkar" userId="1da07b4102b904a1" providerId="LiveId" clId="{A62B9AAB-B538-4D82-A579-29C0CE26D29A}" dt="2026-07-08T12:11:33.078" v="7" actId="1076"/>
          <ac:picMkLst>
            <pc:docMk/>
            <pc:sldMk cId="0" sldId="257"/>
            <ac:picMk id="6" creationId="{00000000-0000-0000-0000-000000000000}"/>
          </ac:picMkLst>
        </pc:picChg>
        <pc:picChg chg="mod">
          <ac:chgData name="Komal kakkar" userId="1da07b4102b904a1" providerId="LiveId" clId="{A62B9AAB-B538-4D82-A579-29C0CE26D29A}" dt="2026-07-08T12:16:34.313" v="31" actId="1076"/>
          <ac:picMkLst>
            <pc:docMk/>
            <pc:sldMk cId="0" sldId="257"/>
            <ac:picMk id="11" creationId="{00000000-0000-0000-0000-000000000000}"/>
          </ac:picMkLst>
        </pc:picChg>
        <pc:picChg chg="mod">
          <ac:chgData name="Komal kakkar" userId="1da07b4102b904a1" providerId="LiveId" clId="{A62B9AAB-B538-4D82-A579-29C0CE26D29A}" dt="2026-07-08T12:15:05.240" v="25" actId="1076"/>
          <ac:picMkLst>
            <pc:docMk/>
            <pc:sldMk cId="0" sldId="257"/>
            <ac:picMk id="16" creationId="{00000000-0000-0000-0000-000000000000}"/>
          </ac:picMkLst>
        </pc:picChg>
        <pc:picChg chg="mod">
          <ac:chgData name="Komal kakkar" userId="1da07b4102b904a1" providerId="LiveId" clId="{A62B9AAB-B538-4D82-A579-29C0CE26D29A}" dt="2026-07-08T12:13:12.241" v="16" actId="1076"/>
          <ac:picMkLst>
            <pc:docMk/>
            <pc:sldMk cId="0" sldId="257"/>
            <ac:picMk id="21" creationId="{00000000-0000-0000-0000-000000000000}"/>
          </ac:picMkLst>
        </pc:picChg>
        <pc:picChg chg="mod">
          <ac:chgData name="Komal kakkar" userId="1da07b4102b904a1" providerId="LiveId" clId="{A62B9AAB-B538-4D82-A579-29C0CE26D29A}" dt="2026-07-09T12:38:02.341" v="394" actId="1076"/>
          <ac:picMkLst>
            <pc:docMk/>
            <pc:sldMk cId="0" sldId="257"/>
            <ac:picMk id="26" creationId="{00000000-0000-0000-0000-000000000000}"/>
          </ac:picMkLst>
        </pc:picChg>
        <pc:picChg chg="mod">
          <ac:chgData name="Komal kakkar" userId="1da07b4102b904a1" providerId="LiveId" clId="{A62B9AAB-B538-4D82-A579-29C0CE26D29A}" dt="2026-07-09T12:38:47.298" v="399" actId="1076"/>
          <ac:picMkLst>
            <pc:docMk/>
            <pc:sldMk cId="0" sldId="257"/>
            <ac:picMk id="31" creationId="{00000000-0000-0000-0000-000000000000}"/>
          </ac:picMkLst>
        </pc:picChg>
        <pc:picChg chg="mod">
          <ac:chgData name="Komal kakkar" userId="1da07b4102b904a1" providerId="LiveId" clId="{A62B9AAB-B538-4D82-A579-29C0CE26D29A}" dt="2026-07-09T12:40:14.480" v="407" actId="1076"/>
          <ac:picMkLst>
            <pc:docMk/>
            <pc:sldMk cId="0" sldId="257"/>
            <ac:picMk id="36" creationId="{00000000-0000-0000-0000-000000000000}"/>
          </ac:picMkLst>
        </pc:picChg>
      </pc:sldChg>
      <pc:sldChg chg="modSp mod">
        <pc:chgData name="Komal kakkar" userId="1da07b4102b904a1" providerId="LiveId" clId="{A62B9AAB-B538-4D82-A579-29C0CE26D29A}" dt="2026-07-09T13:26:44.751" v="547" actId="20577"/>
        <pc:sldMkLst>
          <pc:docMk/>
          <pc:sldMk cId="0" sldId="258"/>
        </pc:sldMkLst>
        <pc:spChg chg="mod">
          <ac:chgData name="Komal kakkar" userId="1da07b4102b904a1" providerId="LiveId" clId="{A62B9AAB-B538-4D82-A579-29C0CE26D29A}" dt="2026-07-09T13:26:44.751" v="547" actId="20577"/>
          <ac:spMkLst>
            <pc:docMk/>
            <pc:sldMk cId="0" sldId="258"/>
            <ac:spMk id="27" creationId="{00000000-0000-0000-0000-000000000000}"/>
          </ac:spMkLst>
        </pc:spChg>
      </pc:sldChg>
      <pc:sldChg chg="modSp mod">
        <pc:chgData name="Komal kakkar" userId="1da07b4102b904a1" providerId="LiveId" clId="{A62B9AAB-B538-4D82-A579-29C0CE26D29A}" dt="2026-07-09T13:26:51.679" v="554" actId="20577"/>
        <pc:sldMkLst>
          <pc:docMk/>
          <pc:sldMk cId="0" sldId="259"/>
        </pc:sldMkLst>
        <pc:spChg chg="mod">
          <ac:chgData name="Komal kakkar" userId="1da07b4102b904a1" providerId="LiveId" clId="{A62B9AAB-B538-4D82-A579-29C0CE26D29A}" dt="2026-07-09T13:26:51.679" v="554" actId="20577"/>
          <ac:spMkLst>
            <pc:docMk/>
            <pc:sldMk cId="0" sldId="259"/>
            <ac:spMk id="38" creationId="{00000000-0000-0000-0000-000000000000}"/>
          </ac:spMkLst>
        </pc:spChg>
      </pc:sldChg>
      <pc:sldChg chg="modSp del mod">
        <pc:chgData name="Komal kakkar" userId="1da07b4102b904a1" providerId="LiveId" clId="{A62B9AAB-B538-4D82-A579-29C0CE26D29A}" dt="2026-07-09T11:31:24.815" v="242" actId="2696"/>
        <pc:sldMkLst>
          <pc:docMk/>
          <pc:sldMk cId="0" sldId="260"/>
        </pc:sldMkLst>
        <pc:spChg chg="mod">
          <ac:chgData name="Komal kakkar" userId="1da07b4102b904a1" providerId="LiveId" clId="{A62B9AAB-B538-4D82-A579-29C0CE26D29A}" dt="2026-07-09T11:22:01.140" v="221" actId="1076"/>
          <ac:spMkLst>
            <pc:docMk/>
            <pc:sldMk cId="0" sldId="260"/>
            <ac:spMk id="21" creationId="{00000000-0000-0000-0000-000000000000}"/>
          </ac:spMkLst>
        </pc:spChg>
        <pc:spChg chg="mod">
          <ac:chgData name="Komal kakkar" userId="1da07b4102b904a1" providerId="LiveId" clId="{A62B9AAB-B538-4D82-A579-29C0CE26D29A}" dt="2026-07-09T11:21:51.616" v="220" actId="1076"/>
          <ac:spMkLst>
            <pc:docMk/>
            <pc:sldMk cId="0" sldId="260"/>
            <ac:spMk id="22" creationId="{00000000-0000-0000-0000-000000000000}"/>
          </ac:spMkLst>
        </pc:spChg>
      </pc:sldChg>
      <pc:sldChg chg="addSp delSp modSp mod">
        <pc:chgData name="Komal kakkar" userId="1da07b4102b904a1" providerId="LiveId" clId="{A62B9AAB-B538-4D82-A579-29C0CE26D29A}" dt="2026-07-09T13:27:13.011" v="561" actId="20577"/>
        <pc:sldMkLst>
          <pc:docMk/>
          <pc:sldMk cId="0" sldId="261"/>
        </pc:sldMkLst>
        <pc:spChg chg="mod">
          <ac:chgData name="Komal kakkar" userId="1da07b4102b904a1" providerId="LiveId" clId="{A62B9AAB-B538-4D82-A579-29C0CE26D29A}" dt="2026-07-09T11:46:46.470" v="262" actId="14100"/>
          <ac:spMkLst>
            <pc:docMk/>
            <pc:sldMk cId="0" sldId="261"/>
            <ac:spMk id="5" creationId="{00000000-0000-0000-0000-000000000000}"/>
          </ac:spMkLst>
        </pc:spChg>
        <pc:spChg chg="mod">
          <ac:chgData name="Komal kakkar" userId="1da07b4102b904a1" providerId="LiveId" clId="{A62B9AAB-B538-4D82-A579-29C0CE26D29A}" dt="2026-07-09T11:44:10.853" v="245" actId="1076"/>
          <ac:spMkLst>
            <pc:docMk/>
            <pc:sldMk cId="0" sldId="261"/>
            <ac:spMk id="8" creationId="{00000000-0000-0000-0000-000000000000}"/>
          </ac:spMkLst>
        </pc:spChg>
        <pc:spChg chg="mod">
          <ac:chgData name="Komal kakkar" userId="1da07b4102b904a1" providerId="LiveId" clId="{A62B9AAB-B538-4D82-A579-29C0CE26D29A}" dt="2026-07-09T11:45:51.971" v="257" actId="1076"/>
          <ac:spMkLst>
            <pc:docMk/>
            <pc:sldMk cId="0" sldId="261"/>
            <ac:spMk id="9" creationId="{00000000-0000-0000-0000-000000000000}"/>
          </ac:spMkLst>
        </pc:spChg>
        <pc:spChg chg="mod">
          <ac:chgData name="Komal kakkar" userId="1da07b4102b904a1" providerId="LiveId" clId="{A62B9AAB-B538-4D82-A579-29C0CE26D29A}" dt="2026-07-09T11:46:50.646" v="263" actId="14100"/>
          <ac:spMkLst>
            <pc:docMk/>
            <pc:sldMk cId="0" sldId="261"/>
            <ac:spMk id="10" creationId="{00000000-0000-0000-0000-000000000000}"/>
          </ac:spMkLst>
        </pc:spChg>
        <pc:spChg chg="mod">
          <ac:chgData name="Komal kakkar" userId="1da07b4102b904a1" providerId="LiveId" clId="{A62B9AAB-B538-4D82-A579-29C0CE26D29A}" dt="2026-07-09T11:44:24.358" v="247" actId="14100"/>
          <ac:spMkLst>
            <pc:docMk/>
            <pc:sldMk cId="0" sldId="261"/>
            <ac:spMk id="13" creationId="{00000000-0000-0000-0000-000000000000}"/>
          </ac:spMkLst>
        </pc:spChg>
        <pc:spChg chg="mod">
          <ac:chgData name="Komal kakkar" userId="1da07b4102b904a1" providerId="LiveId" clId="{A62B9AAB-B538-4D82-A579-29C0CE26D29A}" dt="2026-07-09T11:45:57.651" v="258" actId="1076"/>
          <ac:spMkLst>
            <pc:docMk/>
            <pc:sldMk cId="0" sldId="261"/>
            <ac:spMk id="14" creationId="{00000000-0000-0000-0000-000000000000}"/>
          </ac:spMkLst>
        </pc:spChg>
        <pc:spChg chg="mod">
          <ac:chgData name="Komal kakkar" userId="1da07b4102b904a1" providerId="LiveId" clId="{A62B9AAB-B538-4D82-A579-29C0CE26D29A}" dt="2026-07-09T11:46:55.880" v="264" actId="14100"/>
          <ac:spMkLst>
            <pc:docMk/>
            <pc:sldMk cId="0" sldId="261"/>
            <ac:spMk id="15" creationId="{00000000-0000-0000-0000-000000000000}"/>
          </ac:spMkLst>
        </pc:spChg>
        <pc:spChg chg="mod">
          <ac:chgData name="Komal kakkar" userId="1da07b4102b904a1" providerId="LiveId" clId="{A62B9AAB-B538-4D82-A579-29C0CE26D29A}" dt="2026-07-09T11:44:55.265" v="250" actId="1076"/>
          <ac:spMkLst>
            <pc:docMk/>
            <pc:sldMk cId="0" sldId="261"/>
            <ac:spMk id="18" creationId="{00000000-0000-0000-0000-000000000000}"/>
          </ac:spMkLst>
        </pc:spChg>
        <pc:spChg chg="mod">
          <ac:chgData name="Komal kakkar" userId="1da07b4102b904a1" providerId="LiveId" clId="{A62B9AAB-B538-4D82-A579-29C0CE26D29A}" dt="2026-07-09T11:46:02.832" v="259" actId="1076"/>
          <ac:spMkLst>
            <pc:docMk/>
            <pc:sldMk cId="0" sldId="261"/>
            <ac:spMk id="19" creationId="{00000000-0000-0000-0000-000000000000}"/>
          </ac:spMkLst>
        </pc:spChg>
        <pc:spChg chg="mod">
          <ac:chgData name="Komal kakkar" userId="1da07b4102b904a1" providerId="LiveId" clId="{A62B9AAB-B538-4D82-A579-29C0CE26D29A}" dt="2026-07-09T11:47:02.102" v="265" actId="14100"/>
          <ac:spMkLst>
            <pc:docMk/>
            <pc:sldMk cId="0" sldId="261"/>
            <ac:spMk id="20" creationId="{00000000-0000-0000-0000-000000000000}"/>
          </ac:spMkLst>
        </pc:spChg>
        <pc:spChg chg="mod">
          <ac:chgData name="Komal kakkar" userId="1da07b4102b904a1" providerId="LiveId" clId="{A62B9AAB-B538-4D82-A579-29C0CE26D29A}" dt="2026-07-09T11:45:04.979" v="252" actId="14100"/>
          <ac:spMkLst>
            <pc:docMk/>
            <pc:sldMk cId="0" sldId="261"/>
            <ac:spMk id="23" creationId="{00000000-0000-0000-0000-000000000000}"/>
          </ac:spMkLst>
        </pc:spChg>
        <pc:spChg chg="mod">
          <ac:chgData name="Komal kakkar" userId="1da07b4102b904a1" providerId="LiveId" clId="{A62B9AAB-B538-4D82-A579-29C0CE26D29A}" dt="2026-07-09T11:46:34.623" v="261" actId="1076"/>
          <ac:spMkLst>
            <pc:docMk/>
            <pc:sldMk cId="0" sldId="261"/>
            <ac:spMk id="24" creationId="{00000000-0000-0000-0000-000000000000}"/>
          </ac:spMkLst>
        </pc:spChg>
        <pc:spChg chg="mod">
          <ac:chgData name="Komal kakkar" userId="1da07b4102b904a1" providerId="LiveId" clId="{A62B9AAB-B538-4D82-A579-29C0CE26D29A}" dt="2026-07-09T13:27:13.011" v="561" actId="20577"/>
          <ac:spMkLst>
            <pc:docMk/>
            <pc:sldMk cId="0" sldId="261"/>
            <ac:spMk id="26" creationId="{00000000-0000-0000-0000-000000000000}"/>
          </ac:spMkLst>
        </pc:spChg>
        <pc:graphicFrameChg chg="add mod">
          <ac:chgData name="Komal kakkar" userId="1da07b4102b904a1" providerId="LiveId" clId="{A62B9AAB-B538-4D82-A579-29C0CE26D29A}" dt="2026-07-09T11:54:03.808" v="292" actId="14100"/>
          <ac:graphicFrameMkLst>
            <pc:docMk/>
            <pc:sldMk cId="0" sldId="261"/>
            <ac:graphicFrameMk id="28" creationId="{CB6FD108-751A-8C41-88C9-B2870DC6F0C7}"/>
          </ac:graphicFrameMkLst>
        </pc:graphicFrameChg>
        <pc:graphicFrameChg chg="add del mod">
          <ac:chgData name="Komal kakkar" userId="1da07b4102b904a1" providerId="LiveId" clId="{A62B9AAB-B538-4D82-A579-29C0CE26D29A}" dt="2026-07-09T11:49:00.221" v="274" actId="21"/>
          <ac:graphicFrameMkLst>
            <pc:docMk/>
            <pc:sldMk cId="0" sldId="261"/>
            <ac:graphicFrameMk id="30" creationId="{0EA696C7-FEC2-2701-5C94-8C9B57FC9516}"/>
          </ac:graphicFrameMkLst>
        </pc:graphicFrameChg>
        <pc:graphicFrameChg chg="add mod">
          <ac:chgData name="Komal kakkar" userId="1da07b4102b904a1" providerId="LiveId" clId="{A62B9AAB-B538-4D82-A579-29C0CE26D29A}" dt="2026-07-09T12:19:27.740" v="293" actId="1076"/>
          <ac:graphicFrameMkLst>
            <pc:docMk/>
            <pc:sldMk cId="0" sldId="261"/>
            <ac:graphicFrameMk id="34" creationId="{18051D2F-2467-FCEF-ED71-9061ADAA8856}"/>
          </ac:graphicFrameMkLst>
        </pc:graphicFrameChg>
        <pc:picChg chg="add del mod">
          <ac:chgData name="Komal kakkar" userId="1da07b4102b904a1" providerId="LiveId" clId="{A62B9AAB-B538-4D82-A579-29C0CE26D29A}" dt="2026-07-09T11:53:36.162" v="287" actId="21"/>
          <ac:picMkLst>
            <pc:docMk/>
            <pc:sldMk cId="0" sldId="261"/>
            <ac:picMk id="32" creationId="{B424AE50-F21F-350A-B1C3-CB3329C22E64}"/>
          </ac:picMkLst>
        </pc:picChg>
      </pc:sldChg>
      <pc:sldChg chg="modSp mod">
        <pc:chgData name="Komal kakkar" userId="1da07b4102b904a1" providerId="LiveId" clId="{A62B9AAB-B538-4D82-A579-29C0CE26D29A}" dt="2026-07-09T13:27:26.027" v="568" actId="20577"/>
        <pc:sldMkLst>
          <pc:docMk/>
          <pc:sldMk cId="0" sldId="262"/>
        </pc:sldMkLst>
        <pc:spChg chg="mod">
          <ac:chgData name="Komal kakkar" userId="1da07b4102b904a1" providerId="LiveId" clId="{A62B9AAB-B538-4D82-A579-29C0CE26D29A}" dt="2026-07-09T13:27:26.027" v="568" actId="20577"/>
          <ac:spMkLst>
            <pc:docMk/>
            <pc:sldMk cId="0" sldId="262"/>
            <ac:spMk id="19" creationId="{00000000-0000-0000-0000-000000000000}"/>
          </ac:spMkLst>
        </pc:spChg>
      </pc:sldChg>
      <pc:sldChg chg="modSp del mod">
        <pc:chgData name="Komal kakkar" userId="1da07b4102b904a1" providerId="LiveId" clId="{A62B9AAB-B538-4D82-A579-29C0CE26D29A}" dt="2026-07-09T12:34:24.302" v="380" actId="2696"/>
        <pc:sldMkLst>
          <pc:docMk/>
          <pc:sldMk cId="0" sldId="263"/>
        </pc:sldMkLst>
        <pc:spChg chg="mod">
          <ac:chgData name="Komal kakkar" userId="1da07b4102b904a1" providerId="LiveId" clId="{A62B9AAB-B538-4D82-A579-29C0CE26D29A}" dt="2026-07-09T12:26:39.015" v="325" actId="1076"/>
          <ac:spMkLst>
            <pc:docMk/>
            <pc:sldMk cId="0" sldId="263"/>
            <ac:spMk id="7" creationId="{00000000-0000-0000-0000-000000000000}"/>
          </ac:spMkLst>
        </pc:spChg>
        <pc:spChg chg="mod">
          <ac:chgData name="Komal kakkar" userId="1da07b4102b904a1" providerId="LiveId" clId="{A62B9AAB-B538-4D82-A579-29C0CE26D29A}" dt="2026-07-09T12:26:58.594" v="331" actId="1076"/>
          <ac:spMkLst>
            <pc:docMk/>
            <pc:sldMk cId="0" sldId="263"/>
            <ac:spMk id="8" creationId="{00000000-0000-0000-0000-000000000000}"/>
          </ac:spMkLst>
        </pc:spChg>
        <pc:spChg chg="mod">
          <ac:chgData name="Komal kakkar" userId="1da07b4102b904a1" providerId="LiveId" clId="{A62B9AAB-B538-4D82-A579-29C0CE26D29A}" dt="2026-07-09T12:26:57.388" v="329" actId="1076"/>
          <ac:spMkLst>
            <pc:docMk/>
            <pc:sldMk cId="0" sldId="263"/>
            <ac:spMk id="9" creationId="{00000000-0000-0000-0000-000000000000}"/>
          </ac:spMkLst>
        </pc:spChg>
        <pc:spChg chg="mod">
          <ac:chgData name="Komal kakkar" userId="1da07b4102b904a1" providerId="LiveId" clId="{A62B9AAB-B538-4D82-A579-29C0CE26D29A}" dt="2026-07-09T12:26:57.843" v="330" actId="1076"/>
          <ac:spMkLst>
            <pc:docMk/>
            <pc:sldMk cId="0" sldId="263"/>
            <ac:spMk id="12" creationId="{00000000-0000-0000-0000-000000000000}"/>
          </ac:spMkLst>
        </pc:spChg>
        <pc:picChg chg="mod">
          <ac:chgData name="Komal kakkar" userId="1da07b4102b904a1" providerId="LiveId" clId="{A62B9AAB-B538-4D82-A579-29C0CE26D29A}" dt="2026-07-09T12:26:33.345" v="324" actId="14100"/>
          <ac:picMkLst>
            <pc:docMk/>
            <pc:sldMk cId="0" sldId="263"/>
            <ac:picMk id="6" creationId="{00000000-0000-0000-0000-000000000000}"/>
          </ac:picMkLst>
        </pc:picChg>
      </pc:sldChg>
      <pc:sldChg chg="modSp del mod">
        <pc:chgData name="Komal kakkar" userId="1da07b4102b904a1" providerId="LiveId" clId="{A62B9AAB-B538-4D82-A579-29C0CE26D29A}" dt="2026-07-09T13:01:54.343" v="486" actId="2696"/>
        <pc:sldMkLst>
          <pc:docMk/>
          <pc:sldMk cId="0" sldId="264"/>
        </pc:sldMkLst>
        <pc:picChg chg="mod">
          <ac:chgData name="Komal kakkar" userId="1da07b4102b904a1" providerId="LiveId" clId="{A62B9AAB-B538-4D82-A579-29C0CE26D29A}" dt="2026-07-09T12:48:05.902" v="445" actId="14100"/>
          <ac:picMkLst>
            <pc:docMk/>
            <pc:sldMk cId="0" sldId="264"/>
            <ac:picMk id="4" creationId="{00000000-0000-0000-0000-000000000000}"/>
          </ac:picMkLst>
        </pc:picChg>
      </pc:sldChg>
      <pc:sldChg chg="modSp mod ord">
        <pc:chgData name="Komal kakkar" userId="1da07b4102b904a1" providerId="LiveId" clId="{A62B9AAB-B538-4D82-A579-29C0CE26D29A}" dt="2026-07-09T13:27:43.017" v="582" actId="20577"/>
        <pc:sldMkLst>
          <pc:docMk/>
          <pc:sldMk cId="0" sldId="265"/>
        </pc:sldMkLst>
        <pc:spChg chg="mod">
          <ac:chgData name="Komal kakkar" userId="1da07b4102b904a1" providerId="LiveId" clId="{A62B9AAB-B538-4D82-A579-29C0CE26D29A}" dt="2026-07-09T13:27:43.017" v="582" actId="20577"/>
          <ac:spMkLst>
            <pc:docMk/>
            <pc:sldMk cId="0" sldId="265"/>
            <ac:spMk id="23" creationId="{00000000-0000-0000-0000-000000000000}"/>
          </ac:spMkLst>
        </pc:spChg>
      </pc:sldChg>
      <pc:sldChg chg="modSp mod">
        <pc:chgData name="Komal kakkar" userId="1da07b4102b904a1" providerId="LiveId" clId="{A62B9AAB-B538-4D82-A579-29C0CE26D29A}" dt="2026-07-09T13:27:57.049" v="596" actId="20577"/>
        <pc:sldMkLst>
          <pc:docMk/>
          <pc:sldMk cId="0" sldId="266"/>
        </pc:sldMkLst>
        <pc:spChg chg="mod">
          <ac:chgData name="Komal kakkar" userId="1da07b4102b904a1" providerId="LiveId" clId="{A62B9AAB-B538-4D82-A579-29C0CE26D29A}" dt="2026-07-08T16:43:56.696" v="34" actId="1076"/>
          <ac:spMkLst>
            <pc:docMk/>
            <pc:sldMk cId="0" sldId="266"/>
            <ac:spMk id="5" creationId="{00000000-0000-0000-0000-000000000000}"/>
          </ac:spMkLst>
        </pc:spChg>
        <pc:spChg chg="mod">
          <ac:chgData name="Komal kakkar" userId="1da07b4102b904a1" providerId="LiveId" clId="{A62B9AAB-B538-4D82-A579-29C0CE26D29A}" dt="2026-07-08T16:49:04.646" v="46" actId="1076"/>
          <ac:spMkLst>
            <pc:docMk/>
            <pc:sldMk cId="0" sldId="266"/>
            <ac:spMk id="9" creationId="{00000000-0000-0000-0000-000000000000}"/>
          </ac:spMkLst>
        </pc:spChg>
        <pc:spChg chg="mod">
          <ac:chgData name="Komal kakkar" userId="1da07b4102b904a1" providerId="LiveId" clId="{A62B9AAB-B538-4D82-A579-29C0CE26D29A}" dt="2026-07-08T16:43:45.633" v="32" actId="1076"/>
          <ac:spMkLst>
            <pc:docMk/>
            <pc:sldMk cId="0" sldId="266"/>
            <ac:spMk id="12" creationId="{00000000-0000-0000-0000-000000000000}"/>
          </ac:spMkLst>
        </pc:spChg>
        <pc:spChg chg="mod">
          <ac:chgData name="Komal kakkar" userId="1da07b4102b904a1" providerId="LiveId" clId="{A62B9AAB-B538-4D82-A579-29C0CE26D29A}" dt="2026-07-09T13:27:57.049" v="596" actId="20577"/>
          <ac:spMkLst>
            <pc:docMk/>
            <pc:sldMk cId="0" sldId="266"/>
            <ac:spMk id="15" creationId="{00000000-0000-0000-0000-000000000000}"/>
          </ac:spMkLst>
        </pc:spChg>
      </pc:sldChg>
      <pc:sldChg chg="modSp mod">
        <pc:chgData name="Komal kakkar" userId="1da07b4102b904a1" providerId="LiveId" clId="{A62B9AAB-B538-4D82-A579-29C0CE26D29A}" dt="2026-07-09T13:28:02.778" v="603" actId="20577"/>
        <pc:sldMkLst>
          <pc:docMk/>
          <pc:sldMk cId="0" sldId="267"/>
        </pc:sldMkLst>
        <pc:spChg chg="mod">
          <ac:chgData name="Komal kakkar" userId="1da07b4102b904a1" providerId="LiveId" clId="{A62B9AAB-B538-4D82-A579-29C0CE26D29A}" dt="2026-07-09T13:28:02.778" v="603" actId="20577"/>
          <ac:spMkLst>
            <pc:docMk/>
            <pc:sldMk cId="0" sldId="267"/>
            <ac:spMk id="6" creationId="{00000000-0000-0000-0000-000000000000}"/>
          </ac:spMkLst>
        </pc:spChg>
      </pc:sldChg>
      <pc:sldChg chg="addSp delSp modSp mod">
        <pc:chgData name="Komal kakkar" userId="1da07b4102b904a1" providerId="LiveId" clId="{A62B9AAB-B538-4D82-A579-29C0CE26D29A}" dt="2026-07-09T13:42:34.941" v="740" actId="22"/>
        <pc:sldMkLst>
          <pc:docMk/>
          <pc:sldMk cId="0" sldId="268"/>
        </pc:sldMkLst>
        <pc:spChg chg="mod">
          <ac:chgData name="Komal kakkar" userId="1da07b4102b904a1" providerId="LiveId" clId="{A62B9AAB-B538-4D82-A579-29C0CE26D29A}" dt="2026-07-08T16:59:03.857" v="120" actId="14100"/>
          <ac:spMkLst>
            <pc:docMk/>
            <pc:sldMk cId="0" sldId="268"/>
            <ac:spMk id="3" creationId="{00000000-0000-0000-0000-000000000000}"/>
          </ac:spMkLst>
        </pc:spChg>
        <pc:spChg chg="mod">
          <ac:chgData name="Komal kakkar" userId="1da07b4102b904a1" providerId="LiveId" clId="{A62B9AAB-B538-4D82-A579-29C0CE26D29A}" dt="2026-07-08T17:06:58.444" v="162" actId="1076"/>
          <ac:spMkLst>
            <pc:docMk/>
            <pc:sldMk cId="0" sldId="268"/>
            <ac:spMk id="7" creationId="{00000000-0000-0000-0000-000000000000}"/>
          </ac:spMkLst>
        </pc:spChg>
        <pc:spChg chg="mod">
          <ac:chgData name="Komal kakkar" userId="1da07b4102b904a1" providerId="LiveId" clId="{A62B9AAB-B538-4D82-A579-29C0CE26D29A}" dt="2026-07-08T17:03:40.138" v="148" actId="1076"/>
          <ac:spMkLst>
            <pc:docMk/>
            <pc:sldMk cId="0" sldId="268"/>
            <ac:spMk id="9" creationId="{00000000-0000-0000-0000-000000000000}"/>
          </ac:spMkLst>
        </pc:spChg>
        <pc:spChg chg="mod">
          <ac:chgData name="Komal kakkar" userId="1da07b4102b904a1" providerId="LiveId" clId="{A62B9AAB-B538-4D82-A579-29C0CE26D29A}" dt="2026-07-08T17:03:01.185" v="144" actId="14100"/>
          <ac:spMkLst>
            <pc:docMk/>
            <pc:sldMk cId="0" sldId="268"/>
            <ac:spMk id="10" creationId="{00000000-0000-0000-0000-000000000000}"/>
          </ac:spMkLst>
        </pc:spChg>
        <pc:spChg chg="mod">
          <ac:chgData name="Komal kakkar" userId="1da07b4102b904a1" providerId="LiveId" clId="{A62B9AAB-B538-4D82-A579-29C0CE26D29A}" dt="2026-07-08T17:07:05.670" v="163" actId="1076"/>
          <ac:spMkLst>
            <pc:docMk/>
            <pc:sldMk cId="0" sldId="268"/>
            <ac:spMk id="11" creationId="{00000000-0000-0000-0000-000000000000}"/>
          </ac:spMkLst>
        </pc:spChg>
        <pc:spChg chg="mod">
          <ac:chgData name="Komal kakkar" userId="1da07b4102b904a1" providerId="LiveId" clId="{A62B9AAB-B538-4D82-A579-29C0CE26D29A}" dt="2026-07-08T17:02:46.443" v="143" actId="14100"/>
          <ac:spMkLst>
            <pc:docMk/>
            <pc:sldMk cId="0" sldId="268"/>
            <ac:spMk id="13" creationId="{00000000-0000-0000-0000-000000000000}"/>
          </ac:spMkLst>
        </pc:spChg>
        <pc:spChg chg="mod">
          <ac:chgData name="Komal kakkar" userId="1da07b4102b904a1" providerId="LiveId" clId="{A62B9AAB-B538-4D82-A579-29C0CE26D29A}" dt="2026-07-08T17:02:37.202" v="142" actId="14100"/>
          <ac:spMkLst>
            <pc:docMk/>
            <pc:sldMk cId="0" sldId="268"/>
            <ac:spMk id="14" creationId="{00000000-0000-0000-0000-000000000000}"/>
          </ac:spMkLst>
        </pc:spChg>
        <pc:spChg chg="mod">
          <ac:chgData name="Komal kakkar" userId="1da07b4102b904a1" providerId="LiveId" clId="{A62B9AAB-B538-4D82-A579-29C0CE26D29A}" dt="2026-07-08T17:05:34.458" v="155" actId="1076"/>
          <ac:spMkLst>
            <pc:docMk/>
            <pc:sldMk cId="0" sldId="268"/>
            <ac:spMk id="15" creationId="{00000000-0000-0000-0000-000000000000}"/>
          </ac:spMkLst>
        </pc:spChg>
        <pc:spChg chg="mod">
          <ac:chgData name="Komal kakkar" userId="1da07b4102b904a1" providerId="LiveId" clId="{A62B9AAB-B538-4D82-A579-29C0CE26D29A}" dt="2026-07-08T17:02:11.779" v="140" actId="14100"/>
          <ac:spMkLst>
            <pc:docMk/>
            <pc:sldMk cId="0" sldId="268"/>
            <ac:spMk id="17" creationId="{00000000-0000-0000-0000-000000000000}"/>
          </ac:spMkLst>
        </pc:spChg>
        <pc:spChg chg="mod">
          <ac:chgData name="Komal kakkar" userId="1da07b4102b904a1" providerId="LiveId" clId="{A62B9AAB-B538-4D82-A579-29C0CE26D29A}" dt="2026-07-08T17:02:02.711" v="139" actId="1076"/>
          <ac:spMkLst>
            <pc:docMk/>
            <pc:sldMk cId="0" sldId="268"/>
            <ac:spMk id="18" creationId="{00000000-0000-0000-0000-000000000000}"/>
          </ac:spMkLst>
        </pc:spChg>
        <pc:spChg chg="mod">
          <ac:chgData name="Komal kakkar" userId="1da07b4102b904a1" providerId="LiveId" clId="{A62B9AAB-B538-4D82-A579-29C0CE26D29A}" dt="2026-07-08T17:06:03.622" v="157" actId="1076"/>
          <ac:spMkLst>
            <pc:docMk/>
            <pc:sldMk cId="0" sldId="268"/>
            <ac:spMk id="19" creationId="{00000000-0000-0000-0000-000000000000}"/>
          </ac:spMkLst>
        </pc:spChg>
        <pc:spChg chg="mod">
          <ac:chgData name="Komal kakkar" userId="1da07b4102b904a1" providerId="LiveId" clId="{A62B9AAB-B538-4D82-A579-29C0CE26D29A}" dt="2026-07-08T17:01:39.588" v="138" actId="1076"/>
          <ac:spMkLst>
            <pc:docMk/>
            <pc:sldMk cId="0" sldId="268"/>
            <ac:spMk id="21" creationId="{00000000-0000-0000-0000-000000000000}"/>
          </ac:spMkLst>
        </pc:spChg>
        <pc:spChg chg="mod">
          <ac:chgData name="Komal kakkar" userId="1da07b4102b904a1" providerId="LiveId" clId="{A62B9AAB-B538-4D82-A579-29C0CE26D29A}" dt="2026-07-08T17:01:18.821" v="136" actId="1076"/>
          <ac:spMkLst>
            <pc:docMk/>
            <pc:sldMk cId="0" sldId="268"/>
            <ac:spMk id="22" creationId="{00000000-0000-0000-0000-000000000000}"/>
          </ac:spMkLst>
        </pc:spChg>
        <pc:spChg chg="mod">
          <ac:chgData name="Komal kakkar" userId="1da07b4102b904a1" providerId="LiveId" clId="{A62B9AAB-B538-4D82-A579-29C0CE26D29A}" dt="2026-07-09T13:28:12.766" v="618" actId="20577"/>
          <ac:spMkLst>
            <pc:docMk/>
            <pc:sldMk cId="0" sldId="268"/>
            <ac:spMk id="24" creationId="{00000000-0000-0000-0000-000000000000}"/>
          </ac:spMkLst>
        </pc:spChg>
        <pc:spChg chg="add mod">
          <ac:chgData name="Komal kakkar" userId="1da07b4102b904a1" providerId="LiveId" clId="{A62B9AAB-B538-4D82-A579-29C0CE26D29A}" dt="2026-07-08T17:00:50.457" v="134" actId="14100"/>
          <ac:spMkLst>
            <pc:docMk/>
            <pc:sldMk cId="0" sldId="268"/>
            <ac:spMk id="26" creationId="{C02586D7-289B-D7B6-12D3-B58206B147D7}"/>
          </ac:spMkLst>
        </pc:spChg>
        <pc:spChg chg="add mod">
          <ac:chgData name="Komal kakkar" userId="1da07b4102b904a1" providerId="LiveId" clId="{A62B9AAB-B538-4D82-A579-29C0CE26D29A}" dt="2026-07-08T17:00:34.221" v="133" actId="1076"/>
          <ac:spMkLst>
            <pc:docMk/>
            <pc:sldMk cId="0" sldId="268"/>
            <ac:spMk id="28" creationId="{3335D4DE-D33E-6FC0-8FFE-4FDD90520096}"/>
          </ac:spMkLst>
        </pc:spChg>
        <pc:spChg chg="add del">
          <ac:chgData name="Komal kakkar" userId="1da07b4102b904a1" providerId="LiveId" clId="{A62B9AAB-B538-4D82-A579-29C0CE26D29A}" dt="2026-07-08T16:57:40.194" v="109" actId="22"/>
          <ac:spMkLst>
            <pc:docMk/>
            <pc:sldMk cId="0" sldId="268"/>
            <ac:spMk id="30" creationId="{7BA83C0E-AE53-0648-42BD-9C2ACBD3B6B4}"/>
          </ac:spMkLst>
        </pc:spChg>
        <pc:spChg chg="add mod">
          <ac:chgData name="Komal kakkar" userId="1da07b4102b904a1" providerId="LiveId" clId="{A62B9AAB-B538-4D82-A579-29C0CE26D29A}" dt="2026-07-08T16:58:51.515" v="119"/>
          <ac:spMkLst>
            <pc:docMk/>
            <pc:sldMk cId="0" sldId="268"/>
            <ac:spMk id="32" creationId="{03174A73-D0C0-450A-5127-AAC7CB0C4DD7}"/>
          </ac:spMkLst>
        </pc:spChg>
        <pc:spChg chg="add mod">
          <ac:chgData name="Komal kakkar" userId="1da07b4102b904a1" providerId="LiveId" clId="{A62B9AAB-B538-4D82-A579-29C0CE26D29A}" dt="2026-07-08T17:00:25.156" v="132" actId="1076"/>
          <ac:spMkLst>
            <pc:docMk/>
            <pc:sldMk cId="0" sldId="268"/>
            <ac:spMk id="34" creationId="{57D7E91C-C475-7485-2B15-DAEF22063652}"/>
          </ac:spMkLst>
        </pc:spChg>
        <pc:spChg chg="add mod">
          <ac:chgData name="Komal kakkar" userId="1da07b4102b904a1" providerId="LiveId" clId="{A62B9AAB-B538-4D82-A579-29C0CE26D29A}" dt="2026-07-08T17:08:16.076" v="171" actId="1076"/>
          <ac:spMkLst>
            <pc:docMk/>
            <pc:sldMk cId="0" sldId="268"/>
            <ac:spMk id="38" creationId="{69CE1476-271F-9A72-C205-01665077E1F1}"/>
          </ac:spMkLst>
        </pc:spChg>
        <pc:spChg chg="add mod">
          <ac:chgData name="Komal kakkar" userId="1da07b4102b904a1" providerId="LiveId" clId="{A62B9AAB-B538-4D82-A579-29C0CE26D29A}" dt="2026-07-08T17:06:19.446" v="159" actId="1076"/>
          <ac:spMkLst>
            <pc:docMk/>
            <pc:sldMk cId="0" sldId="268"/>
            <ac:spMk id="40" creationId="{95475504-832B-33EF-A1E2-2F4AAEF81E67}"/>
          </ac:spMkLst>
        </pc:spChg>
        <pc:picChg chg="mod">
          <ac:chgData name="Komal kakkar" userId="1da07b4102b904a1" providerId="LiveId" clId="{A62B9AAB-B538-4D82-A579-29C0CE26D29A}" dt="2026-07-08T17:07:10.461" v="164" actId="1076"/>
          <ac:picMkLst>
            <pc:docMk/>
            <pc:sldMk cId="0" sldId="268"/>
            <ac:picMk id="8" creationId="{00000000-0000-0000-0000-000000000000}"/>
          </ac:picMkLst>
        </pc:picChg>
        <pc:picChg chg="mod">
          <ac:chgData name="Komal kakkar" userId="1da07b4102b904a1" providerId="LiveId" clId="{A62B9AAB-B538-4D82-A579-29C0CE26D29A}" dt="2026-07-08T17:07:17.646" v="165" actId="1076"/>
          <ac:picMkLst>
            <pc:docMk/>
            <pc:sldMk cId="0" sldId="268"/>
            <ac:picMk id="12" creationId="{00000000-0000-0000-0000-000000000000}"/>
          </ac:picMkLst>
        </pc:picChg>
        <pc:picChg chg="mod">
          <ac:chgData name="Komal kakkar" userId="1da07b4102b904a1" providerId="LiveId" clId="{A62B9AAB-B538-4D82-A579-29C0CE26D29A}" dt="2026-07-08T17:05:44.018" v="156" actId="1076"/>
          <ac:picMkLst>
            <pc:docMk/>
            <pc:sldMk cId="0" sldId="268"/>
            <ac:picMk id="16" creationId="{00000000-0000-0000-0000-000000000000}"/>
          </ac:picMkLst>
        </pc:picChg>
        <pc:picChg chg="mod">
          <ac:chgData name="Komal kakkar" userId="1da07b4102b904a1" providerId="LiveId" clId="{A62B9AAB-B538-4D82-A579-29C0CE26D29A}" dt="2026-07-08T17:06:11.184" v="158" actId="1076"/>
          <ac:picMkLst>
            <pc:docMk/>
            <pc:sldMk cId="0" sldId="268"/>
            <ac:picMk id="20" creationId="{00000000-0000-0000-0000-000000000000}"/>
          </ac:picMkLst>
        </pc:picChg>
        <pc:picChg chg="add del">
          <ac:chgData name="Komal kakkar" userId="1da07b4102b904a1" providerId="LiveId" clId="{A62B9AAB-B538-4D82-A579-29C0CE26D29A}" dt="2026-07-09T13:42:34.941" v="740" actId="22"/>
          <ac:picMkLst>
            <pc:docMk/>
            <pc:sldMk cId="0" sldId="268"/>
            <ac:picMk id="27" creationId="{B8475BC7-C3B1-8B80-B7E4-075A000F3623}"/>
          </ac:picMkLst>
        </pc:picChg>
        <pc:picChg chg="add mod">
          <ac:chgData name="Komal kakkar" userId="1da07b4102b904a1" providerId="LiveId" clId="{A62B9AAB-B538-4D82-A579-29C0CE26D29A}" dt="2026-07-08T17:08:21.071" v="172" actId="1076"/>
          <ac:picMkLst>
            <pc:docMk/>
            <pc:sldMk cId="0" sldId="268"/>
            <ac:picMk id="36" creationId="{591A7FD4-1B25-B367-8614-F090A1ADF046}"/>
          </ac:picMkLst>
        </pc:picChg>
        <pc:picChg chg="add mod">
          <ac:chgData name="Komal kakkar" userId="1da07b4102b904a1" providerId="LiveId" clId="{A62B9AAB-B538-4D82-A579-29C0CE26D29A}" dt="2026-07-08T17:06:23.712" v="160" actId="1076"/>
          <ac:picMkLst>
            <pc:docMk/>
            <pc:sldMk cId="0" sldId="268"/>
            <ac:picMk id="42" creationId="{E5464634-F5E6-8B98-082F-38656A0F7448}"/>
          </ac:picMkLst>
        </pc:picChg>
        <pc:picChg chg="add mod">
          <ac:chgData name="Komal kakkar" userId="1da07b4102b904a1" providerId="LiveId" clId="{A62B9AAB-B538-4D82-A579-29C0CE26D29A}" dt="2026-07-08T17:08:42.969" v="175" actId="1076"/>
          <ac:picMkLst>
            <pc:docMk/>
            <pc:sldMk cId="0" sldId="268"/>
            <ac:picMk id="44" creationId="{7D993BF2-D93F-A84F-BE95-1898E1969850}"/>
          </ac:picMkLst>
        </pc:picChg>
      </pc:sldChg>
      <pc:sldChg chg="modSp add del mod setBg">
        <pc:chgData name="Komal kakkar" userId="1da07b4102b904a1" providerId="LiveId" clId="{A62B9AAB-B538-4D82-A579-29C0CE26D29A}" dt="2026-07-09T14:22:00.229" v="878" actId="2696"/>
        <pc:sldMkLst>
          <pc:docMk/>
          <pc:sldMk cId="0" sldId="269"/>
        </pc:sldMkLst>
        <pc:spChg chg="mod">
          <ac:chgData name="Komal kakkar" userId="1da07b4102b904a1" providerId="LiveId" clId="{A62B9AAB-B538-4D82-A579-29C0CE26D29A}" dt="2026-07-09T13:28:28.012" v="625" actId="20577"/>
          <ac:spMkLst>
            <pc:docMk/>
            <pc:sldMk cId="0" sldId="269"/>
            <ac:spMk id="28" creationId="{00000000-0000-0000-0000-000000000000}"/>
          </ac:spMkLst>
        </pc:spChg>
      </pc:sldChg>
      <pc:sldChg chg="addSp delSp modSp mod">
        <pc:chgData name="Komal kakkar" userId="1da07b4102b904a1" providerId="LiveId" clId="{A62B9AAB-B538-4D82-A579-29C0CE26D29A}" dt="2026-07-09T14:11:49.500" v="837" actId="1076"/>
        <pc:sldMkLst>
          <pc:docMk/>
          <pc:sldMk cId="0" sldId="270"/>
        </pc:sldMkLst>
        <pc:spChg chg="mod">
          <ac:chgData name="Komal kakkar" userId="1da07b4102b904a1" providerId="LiveId" clId="{A62B9AAB-B538-4D82-A579-29C0CE26D29A}" dt="2026-07-09T14:05:14.202" v="800" actId="20577"/>
          <ac:spMkLst>
            <pc:docMk/>
            <pc:sldMk cId="0" sldId="270"/>
            <ac:spMk id="3" creationId="{00000000-0000-0000-0000-000000000000}"/>
          </ac:spMkLst>
        </pc:spChg>
        <pc:spChg chg="del">
          <ac:chgData name="Komal kakkar" userId="1da07b4102b904a1" providerId="LiveId" clId="{A62B9AAB-B538-4D82-A579-29C0CE26D29A}" dt="2026-07-09T14:10:13.059" v="826" actId="21"/>
          <ac:spMkLst>
            <pc:docMk/>
            <pc:sldMk cId="0" sldId="270"/>
            <ac:spMk id="5" creationId="{00000000-0000-0000-0000-000000000000}"/>
          </ac:spMkLst>
        </pc:spChg>
        <pc:spChg chg="mod">
          <ac:chgData name="Komal kakkar" userId="1da07b4102b904a1" providerId="LiveId" clId="{A62B9AAB-B538-4D82-A579-29C0CE26D29A}" dt="2026-07-09T14:11:11.214" v="831" actId="14100"/>
          <ac:spMkLst>
            <pc:docMk/>
            <pc:sldMk cId="0" sldId="270"/>
            <ac:spMk id="6" creationId="{00000000-0000-0000-0000-000000000000}"/>
          </ac:spMkLst>
        </pc:spChg>
        <pc:spChg chg="mod">
          <ac:chgData name="Komal kakkar" userId="1da07b4102b904a1" providerId="LiveId" clId="{A62B9AAB-B538-4D82-A579-29C0CE26D29A}" dt="2026-07-09T14:08:35.626" v="823" actId="1076"/>
          <ac:spMkLst>
            <pc:docMk/>
            <pc:sldMk cId="0" sldId="270"/>
            <ac:spMk id="25" creationId="{00000000-0000-0000-0000-000000000000}"/>
          </ac:spMkLst>
        </pc:spChg>
        <pc:spChg chg="del mod">
          <ac:chgData name="Komal kakkar" userId="1da07b4102b904a1" providerId="LiveId" clId="{A62B9AAB-B538-4D82-A579-29C0CE26D29A}" dt="2026-07-08T17:39:49.544" v="212" actId="21"/>
          <ac:spMkLst>
            <pc:docMk/>
            <pc:sldMk cId="0" sldId="270"/>
            <ac:spMk id="26" creationId="{00000000-0000-0000-0000-000000000000}"/>
          </ac:spMkLst>
        </pc:spChg>
        <pc:spChg chg="mod">
          <ac:chgData name="Komal kakkar" userId="1da07b4102b904a1" providerId="LiveId" clId="{A62B9AAB-B538-4D82-A579-29C0CE26D29A}" dt="2026-07-09T13:28:33.930" v="632" actId="20577"/>
          <ac:spMkLst>
            <pc:docMk/>
            <pc:sldMk cId="0" sldId="270"/>
            <ac:spMk id="31" creationId="{00000000-0000-0000-0000-000000000000}"/>
          </ac:spMkLst>
        </pc:spChg>
        <pc:spChg chg="add del">
          <ac:chgData name="Komal kakkar" userId="1da07b4102b904a1" providerId="LiveId" clId="{A62B9AAB-B538-4D82-A579-29C0CE26D29A}" dt="2026-07-09T14:02:13.642" v="776" actId="22"/>
          <ac:spMkLst>
            <pc:docMk/>
            <pc:sldMk cId="0" sldId="270"/>
            <ac:spMk id="32" creationId="{3F606E92-5974-B295-19BF-97F219C4FB9E}"/>
          </ac:spMkLst>
        </pc:spChg>
        <pc:spChg chg="add mod">
          <ac:chgData name="Komal kakkar" userId="1da07b4102b904a1" providerId="LiveId" clId="{A62B9AAB-B538-4D82-A579-29C0CE26D29A}" dt="2026-07-09T14:11:49.500" v="837" actId="1076"/>
          <ac:spMkLst>
            <pc:docMk/>
            <pc:sldMk cId="0" sldId="270"/>
            <ac:spMk id="35" creationId="{C4A2EC38-7E59-026F-474B-736B769A5FC8}"/>
          </ac:spMkLst>
        </pc:spChg>
        <pc:spChg chg="add del mod">
          <ac:chgData name="Komal kakkar" userId="1da07b4102b904a1" providerId="LiveId" clId="{A62B9AAB-B538-4D82-A579-29C0CE26D29A}" dt="2026-07-09T14:07:23.318" v="813" actId="21"/>
          <ac:spMkLst>
            <pc:docMk/>
            <pc:sldMk cId="0" sldId="270"/>
            <ac:spMk id="37" creationId="{A9741693-C5A1-809F-4AEA-0794E3CBE3A3}"/>
          </ac:spMkLst>
        </pc:spChg>
        <pc:spChg chg="add mod">
          <ac:chgData name="Komal kakkar" userId="1da07b4102b904a1" providerId="LiveId" clId="{A62B9AAB-B538-4D82-A579-29C0CE26D29A}" dt="2026-07-09T14:07:32.962" v="814" actId="14100"/>
          <ac:spMkLst>
            <pc:docMk/>
            <pc:sldMk cId="0" sldId="270"/>
            <ac:spMk id="39" creationId="{0454AF1F-2DBC-AFF8-2EB6-D7321765F30D}"/>
          </ac:spMkLst>
        </pc:spChg>
        <pc:spChg chg="add mod">
          <ac:chgData name="Komal kakkar" userId="1da07b4102b904a1" providerId="LiveId" clId="{A62B9AAB-B538-4D82-A579-29C0CE26D29A}" dt="2026-07-09T14:08:11.517" v="821" actId="255"/>
          <ac:spMkLst>
            <pc:docMk/>
            <pc:sldMk cId="0" sldId="270"/>
            <ac:spMk id="41" creationId="{BD25509A-4BA3-8A20-A3E7-C98079718B3A}"/>
          </ac:spMkLst>
        </pc:spChg>
        <pc:picChg chg="add mod">
          <ac:chgData name="Komal kakkar" userId="1da07b4102b904a1" providerId="LiveId" clId="{A62B9AAB-B538-4D82-A579-29C0CE26D29A}" dt="2026-07-09T14:11:25.538" v="833" actId="14100"/>
          <ac:picMkLst>
            <pc:docMk/>
            <pc:sldMk cId="0" sldId="270"/>
            <ac:picMk id="33" creationId="{CEB75828-14D2-9360-D7C8-34E584B263F6}"/>
          </ac:picMkLst>
        </pc:picChg>
        <pc:picChg chg="add del">
          <ac:chgData name="Komal kakkar" userId="1da07b4102b904a1" providerId="LiveId" clId="{A62B9AAB-B538-4D82-A579-29C0CE26D29A}" dt="2026-07-08T17:35:14.933" v="187" actId="21"/>
          <ac:picMkLst>
            <pc:docMk/>
            <pc:sldMk cId="0" sldId="270"/>
            <ac:picMk id="35" creationId="{68DD249E-B8CB-B907-1021-6CBF34B2294C}"/>
          </ac:picMkLst>
        </pc:picChg>
      </pc:sldChg>
      <pc:sldChg chg="modSp add del mod setBg">
        <pc:chgData name="Komal kakkar" userId="1da07b4102b904a1" providerId="LiveId" clId="{A62B9AAB-B538-4D82-A579-29C0CE26D29A}" dt="2026-07-09T15:46:17.499" v="982" actId="20577"/>
        <pc:sldMkLst>
          <pc:docMk/>
          <pc:sldMk cId="0" sldId="271"/>
        </pc:sldMkLst>
        <pc:spChg chg="mod">
          <ac:chgData name="Komal kakkar" userId="1da07b4102b904a1" providerId="LiveId" clId="{A62B9AAB-B538-4D82-A579-29C0CE26D29A}" dt="2026-07-09T13:28:40.268" v="639" actId="20577"/>
          <ac:spMkLst>
            <pc:docMk/>
            <pc:sldMk cId="0" sldId="271"/>
            <ac:spMk id="19" creationId="{00000000-0000-0000-0000-000000000000}"/>
          </ac:spMkLst>
        </pc:spChg>
        <pc:graphicFrameChg chg="modGraphic">
          <ac:chgData name="Komal kakkar" userId="1da07b4102b904a1" providerId="LiveId" clId="{A62B9AAB-B538-4D82-A579-29C0CE26D29A}" dt="2026-07-09T15:46:17.499" v="982" actId="20577"/>
          <ac:graphicFrameMkLst>
            <pc:docMk/>
            <pc:sldMk cId="0" sldId="271"/>
            <ac:graphicFrameMk id="17" creationId="{00000000-0000-0000-0000-000000000000}"/>
          </ac:graphicFrameMkLst>
        </pc:graphicFrameChg>
      </pc:sldChg>
      <pc:sldChg chg="modSp del mod">
        <pc:chgData name="Komal kakkar" userId="1da07b4102b904a1" providerId="LiveId" clId="{A62B9AAB-B538-4D82-A579-29C0CE26D29A}" dt="2026-07-09T15:52:28.147" v="1019" actId="2696"/>
        <pc:sldMkLst>
          <pc:docMk/>
          <pc:sldMk cId="0" sldId="272"/>
        </pc:sldMkLst>
        <pc:spChg chg="mod">
          <ac:chgData name="Komal kakkar" userId="1da07b4102b904a1" providerId="LiveId" clId="{A62B9AAB-B538-4D82-A579-29C0CE26D29A}" dt="2026-07-08T17:43:37.942" v="217" actId="1076"/>
          <ac:spMkLst>
            <pc:docMk/>
            <pc:sldMk cId="0" sldId="272"/>
            <ac:spMk id="5" creationId="{00000000-0000-0000-0000-000000000000}"/>
          </ac:spMkLst>
        </pc:spChg>
        <pc:spChg chg="mod">
          <ac:chgData name="Komal kakkar" userId="1da07b4102b904a1" providerId="LiveId" clId="{A62B9AAB-B538-4D82-A579-29C0CE26D29A}" dt="2026-07-08T17:43:45.639" v="218" actId="1076"/>
          <ac:spMkLst>
            <pc:docMk/>
            <pc:sldMk cId="0" sldId="272"/>
            <ac:spMk id="6" creationId="{00000000-0000-0000-0000-000000000000}"/>
          </ac:spMkLst>
        </pc:spChg>
        <pc:spChg chg="mod">
          <ac:chgData name="Komal kakkar" userId="1da07b4102b904a1" providerId="LiveId" clId="{A62B9AAB-B538-4D82-A579-29C0CE26D29A}" dt="2026-07-09T13:28:46.416" v="646" actId="20577"/>
          <ac:spMkLst>
            <pc:docMk/>
            <pc:sldMk cId="0" sldId="272"/>
            <ac:spMk id="16" creationId="{00000000-0000-0000-0000-000000000000}"/>
          </ac:spMkLst>
        </pc:spChg>
      </pc:sldChg>
      <pc:sldChg chg="modSp del mod">
        <pc:chgData name="Komal kakkar" userId="1da07b4102b904a1" providerId="LiveId" clId="{A62B9AAB-B538-4D82-A579-29C0CE26D29A}" dt="2026-07-09T15:52:36.549" v="1020" actId="2696"/>
        <pc:sldMkLst>
          <pc:docMk/>
          <pc:sldMk cId="0" sldId="273"/>
        </pc:sldMkLst>
        <pc:spChg chg="mod">
          <ac:chgData name="Komal kakkar" userId="1da07b4102b904a1" providerId="LiveId" clId="{A62B9AAB-B538-4D82-A579-29C0CE26D29A}" dt="2026-07-09T13:28:55.379" v="655" actId="20577"/>
          <ac:spMkLst>
            <pc:docMk/>
            <pc:sldMk cId="0" sldId="273"/>
            <ac:spMk id="12" creationId="{00000000-0000-0000-0000-000000000000}"/>
          </ac:spMkLst>
        </pc:spChg>
      </pc:sldChg>
      <pc:sldChg chg="modSp mod">
        <pc:chgData name="Komal kakkar" userId="1da07b4102b904a1" providerId="LiveId" clId="{A62B9AAB-B538-4D82-A579-29C0CE26D29A}" dt="2026-07-09T15:54:25.059" v="1022" actId="20577"/>
        <pc:sldMkLst>
          <pc:docMk/>
          <pc:sldMk cId="0" sldId="274"/>
        </pc:sldMkLst>
        <pc:spChg chg="mod">
          <ac:chgData name="Komal kakkar" userId="1da07b4102b904a1" providerId="LiveId" clId="{A62B9AAB-B538-4D82-A579-29C0CE26D29A}" dt="2026-07-09T13:29:00.632" v="662" actId="20577"/>
          <ac:spMkLst>
            <pc:docMk/>
            <pc:sldMk cId="0" sldId="274"/>
            <ac:spMk id="11" creationId="{00000000-0000-0000-0000-000000000000}"/>
          </ac:spMkLst>
        </pc:spChg>
        <pc:graphicFrameChg chg="modGraphic">
          <ac:chgData name="Komal kakkar" userId="1da07b4102b904a1" providerId="LiveId" clId="{A62B9AAB-B538-4D82-A579-29C0CE26D29A}" dt="2026-07-09T15:54:25.059" v="1022" actId="20577"/>
          <ac:graphicFrameMkLst>
            <pc:docMk/>
            <pc:sldMk cId="0" sldId="274"/>
            <ac:graphicFrameMk id="20" creationId="{00000000-0000-0000-0000-000000000000}"/>
          </ac:graphicFrameMkLst>
        </pc:graphicFrameChg>
      </pc:sldChg>
      <pc:sldChg chg="addSp delSp modSp mod">
        <pc:chgData name="Komal kakkar" userId="1da07b4102b904a1" providerId="LiveId" clId="{A62B9AAB-B538-4D82-A579-29C0CE26D29A}" dt="2026-07-09T16:07:57.300" v="1120" actId="1076"/>
        <pc:sldMkLst>
          <pc:docMk/>
          <pc:sldMk cId="0" sldId="275"/>
        </pc:sldMkLst>
        <pc:spChg chg="mod">
          <ac:chgData name="Komal kakkar" userId="1da07b4102b904a1" providerId="LiveId" clId="{A62B9AAB-B538-4D82-A579-29C0CE26D29A}" dt="2026-07-09T16:06:57.340" v="1112" actId="1076"/>
          <ac:spMkLst>
            <pc:docMk/>
            <pc:sldMk cId="0" sldId="275"/>
            <ac:spMk id="12" creationId="{00000000-0000-0000-0000-000000000000}"/>
          </ac:spMkLst>
        </pc:spChg>
        <pc:spChg chg="mod">
          <ac:chgData name="Komal kakkar" userId="1da07b4102b904a1" providerId="LiveId" clId="{A62B9AAB-B538-4D82-A579-29C0CE26D29A}" dt="2026-07-09T16:05:12.914" v="1103" actId="20577"/>
          <ac:spMkLst>
            <pc:docMk/>
            <pc:sldMk cId="0" sldId="275"/>
            <ac:spMk id="24" creationId="{00000000-0000-0000-0000-000000000000}"/>
          </ac:spMkLst>
        </pc:spChg>
        <pc:spChg chg="mod">
          <ac:chgData name="Komal kakkar" userId="1da07b4102b904a1" providerId="LiveId" clId="{A62B9AAB-B538-4D82-A579-29C0CE26D29A}" dt="2026-07-09T16:05:50.547" v="1106" actId="207"/>
          <ac:spMkLst>
            <pc:docMk/>
            <pc:sldMk cId="0" sldId="275"/>
            <ac:spMk id="25" creationId="{00000000-0000-0000-0000-000000000000}"/>
          </ac:spMkLst>
        </pc:spChg>
        <pc:spChg chg="add del">
          <ac:chgData name="Komal kakkar" userId="1da07b4102b904a1" providerId="LiveId" clId="{A62B9AAB-B538-4D82-A579-29C0CE26D29A}" dt="2026-07-09T16:06:23.907" v="1109" actId="22"/>
          <ac:spMkLst>
            <pc:docMk/>
            <pc:sldMk cId="0" sldId="275"/>
            <ac:spMk id="32" creationId="{87EBF0FF-276D-26DF-0759-494BC06D60A7}"/>
          </ac:spMkLst>
        </pc:spChg>
        <pc:spChg chg="add mod">
          <ac:chgData name="Komal kakkar" userId="1da07b4102b904a1" providerId="LiveId" clId="{A62B9AAB-B538-4D82-A579-29C0CE26D29A}" dt="2026-07-09T16:07:43.950" v="1118" actId="14100"/>
          <ac:spMkLst>
            <pc:docMk/>
            <pc:sldMk cId="0" sldId="275"/>
            <ac:spMk id="36" creationId="{892EA514-BFA3-7860-3089-80F8DA4E7AA8}"/>
          </ac:spMkLst>
        </pc:spChg>
        <pc:picChg chg="del mod">
          <ac:chgData name="Komal kakkar" userId="1da07b4102b904a1" providerId="LiveId" clId="{A62B9AAB-B538-4D82-A579-29C0CE26D29A}" dt="2026-07-09T16:07:49.296" v="1119" actId="21"/>
          <ac:picMkLst>
            <pc:docMk/>
            <pc:sldMk cId="0" sldId="275"/>
            <ac:picMk id="13" creationId="{00000000-0000-0000-0000-000000000000}"/>
          </ac:picMkLst>
        </pc:picChg>
        <pc:picChg chg="del">
          <ac:chgData name="Komal kakkar" userId="1da07b4102b904a1" providerId="LiveId" clId="{A62B9AAB-B538-4D82-A579-29C0CE26D29A}" dt="2026-07-09T16:06:21.015" v="1107" actId="478"/>
          <ac:picMkLst>
            <pc:docMk/>
            <pc:sldMk cId="0" sldId="275"/>
            <ac:picMk id="23" creationId="{00000000-0000-0000-0000-000000000000}"/>
          </ac:picMkLst>
        </pc:picChg>
        <pc:picChg chg="add mod">
          <ac:chgData name="Komal kakkar" userId="1da07b4102b904a1" providerId="LiveId" clId="{A62B9AAB-B538-4D82-A579-29C0CE26D29A}" dt="2026-07-09T16:07:57.300" v="1120" actId="1076"/>
          <ac:picMkLst>
            <pc:docMk/>
            <pc:sldMk cId="0" sldId="275"/>
            <ac:picMk id="34" creationId="{9A1BA6AC-5471-05F2-FBE1-60E09F450EFB}"/>
          </ac:picMkLst>
        </pc:picChg>
      </pc:sldChg>
      <pc:sldChg chg="add del">
        <pc:chgData name="Komal kakkar" userId="1da07b4102b904a1" providerId="LiveId" clId="{A62B9AAB-B538-4D82-A579-29C0CE26D29A}" dt="2026-07-09T11:26:00.319" v="224" actId="2696"/>
        <pc:sldMkLst>
          <pc:docMk/>
          <pc:sldMk cId="3268882284" sldId="276"/>
        </pc:sldMkLst>
      </pc:sldChg>
      <pc:sldChg chg="delSp modSp add mod setBg">
        <pc:chgData name="Komal kakkar" userId="1da07b4102b904a1" providerId="LiveId" clId="{A62B9AAB-B538-4D82-A579-29C0CE26D29A}" dt="2026-07-09T12:47:16.777" v="443" actId="21"/>
        <pc:sldMkLst>
          <pc:docMk/>
          <pc:sldMk cId="0" sldId="277"/>
        </pc:sldMkLst>
        <pc:spChg chg="mod">
          <ac:chgData name="Komal kakkar" userId="1da07b4102b904a1" providerId="LiveId" clId="{A62B9AAB-B538-4D82-A579-29C0CE26D29A}" dt="2026-07-09T11:27:32.974" v="236" actId="1076"/>
          <ac:spMkLst>
            <pc:docMk/>
            <pc:sldMk cId="0" sldId="277"/>
            <ac:spMk id="3" creationId="{00000000-0000-0000-0000-000000000000}"/>
          </ac:spMkLst>
        </pc:spChg>
        <pc:spChg chg="del">
          <ac:chgData name="Komal kakkar" userId="1da07b4102b904a1" providerId="LiveId" clId="{A62B9AAB-B538-4D82-A579-29C0CE26D29A}" dt="2026-07-09T12:47:16.777" v="443" actId="21"/>
          <ac:spMkLst>
            <pc:docMk/>
            <pc:sldMk cId="0" sldId="277"/>
            <ac:spMk id="4" creationId="{00000000-0000-0000-0000-000000000000}"/>
          </ac:spMkLst>
        </pc:spChg>
        <pc:spChg chg="del">
          <ac:chgData name="Komal kakkar" userId="1da07b4102b904a1" providerId="LiveId" clId="{A62B9AAB-B538-4D82-A579-29C0CE26D29A}" dt="2026-07-09T12:46:13.396" v="438" actId="21"/>
          <ac:spMkLst>
            <pc:docMk/>
            <pc:sldMk cId="0" sldId="277"/>
            <ac:spMk id="34" creationId="{00000000-0000-0000-0000-000000000000}"/>
          </ac:spMkLst>
        </pc:spChg>
        <pc:spChg chg="del">
          <ac:chgData name="Komal kakkar" userId="1da07b4102b904a1" providerId="LiveId" clId="{A62B9AAB-B538-4D82-A579-29C0CE26D29A}" dt="2026-07-09T12:46:20.902" v="439" actId="21"/>
          <ac:spMkLst>
            <pc:docMk/>
            <pc:sldMk cId="0" sldId="277"/>
            <ac:spMk id="35" creationId="{00000000-0000-0000-0000-000000000000}"/>
          </ac:spMkLst>
        </pc:spChg>
        <pc:spChg chg="mod">
          <ac:chgData name="Komal kakkar" userId="1da07b4102b904a1" providerId="LiveId" clId="{A62B9AAB-B538-4D82-A579-29C0CE26D29A}" dt="2026-07-09T11:29:37.032" v="241" actId="207"/>
          <ac:spMkLst>
            <pc:docMk/>
            <pc:sldMk cId="0" sldId="277"/>
            <ac:spMk id="36" creationId="{00000000-0000-0000-0000-000000000000}"/>
          </ac:spMkLst>
        </pc:spChg>
        <pc:spChg chg="mod">
          <ac:chgData name="Komal kakkar" userId="1da07b4102b904a1" providerId="LiveId" clId="{A62B9AAB-B538-4D82-A579-29C0CE26D29A}" dt="2026-07-09T12:45:40.821" v="434" actId="208"/>
          <ac:spMkLst>
            <pc:docMk/>
            <pc:sldMk cId="0" sldId="277"/>
            <ac:spMk id="37" creationId="{00000000-0000-0000-0000-000000000000}"/>
          </ac:spMkLst>
        </pc:spChg>
        <pc:spChg chg="mod">
          <ac:chgData name="Komal kakkar" userId="1da07b4102b904a1" providerId="LiveId" clId="{A62B9AAB-B538-4D82-A579-29C0CE26D29A}" dt="2026-07-09T12:44:54.351" v="427" actId="207"/>
          <ac:spMkLst>
            <pc:docMk/>
            <pc:sldMk cId="0" sldId="277"/>
            <ac:spMk id="38" creationId="{00000000-0000-0000-0000-000000000000}"/>
          </ac:spMkLst>
        </pc:spChg>
        <pc:spChg chg="mod">
          <ac:chgData name="Komal kakkar" userId="1da07b4102b904a1" providerId="LiveId" clId="{A62B9AAB-B538-4D82-A579-29C0CE26D29A}" dt="2026-07-09T12:47:02.392" v="442" actId="207"/>
          <ac:spMkLst>
            <pc:docMk/>
            <pc:sldMk cId="0" sldId="277"/>
            <ac:spMk id="39" creationId="{00000000-0000-0000-0000-000000000000}"/>
          </ac:spMkLst>
        </pc:spChg>
        <pc:spChg chg="mod">
          <ac:chgData name="Komal kakkar" userId="1da07b4102b904a1" providerId="LiveId" clId="{A62B9AAB-B538-4D82-A579-29C0CE26D29A}" dt="2026-07-09T12:45:46.914" v="435" actId="208"/>
          <ac:spMkLst>
            <pc:docMk/>
            <pc:sldMk cId="0" sldId="277"/>
            <ac:spMk id="40" creationId="{00000000-0000-0000-0000-000000000000}"/>
          </ac:spMkLst>
        </pc:spChg>
        <pc:spChg chg="mod">
          <ac:chgData name="Komal kakkar" userId="1da07b4102b904a1" providerId="LiveId" clId="{A62B9AAB-B538-4D82-A579-29C0CE26D29A}" dt="2026-07-09T12:45:08.128" v="428" actId="207"/>
          <ac:spMkLst>
            <pc:docMk/>
            <pc:sldMk cId="0" sldId="277"/>
            <ac:spMk id="41" creationId="{00000000-0000-0000-0000-000000000000}"/>
          </ac:spMkLst>
        </pc:spChg>
        <pc:spChg chg="mod">
          <ac:chgData name="Komal kakkar" userId="1da07b4102b904a1" providerId="LiveId" clId="{A62B9AAB-B538-4D82-A579-29C0CE26D29A}" dt="2026-07-09T12:45:31.337" v="433" actId="207"/>
          <ac:spMkLst>
            <pc:docMk/>
            <pc:sldMk cId="0" sldId="277"/>
            <ac:spMk id="42" creationId="{00000000-0000-0000-0000-000000000000}"/>
          </ac:spMkLst>
        </pc:spChg>
        <pc:spChg chg="mod">
          <ac:chgData name="Komal kakkar" userId="1da07b4102b904a1" providerId="LiveId" clId="{A62B9AAB-B538-4D82-A579-29C0CE26D29A}" dt="2026-07-09T12:45:51.347" v="436" actId="208"/>
          <ac:spMkLst>
            <pc:docMk/>
            <pc:sldMk cId="0" sldId="277"/>
            <ac:spMk id="43" creationId="{00000000-0000-0000-0000-000000000000}"/>
          </ac:spMkLst>
        </pc:spChg>
        <pc:spChg chg="mod">
          <ac:chgData name="Komal kakkar" userId="1da07b4102b904a1" providerId="LiveId" clId="{A62B9AAB-B538-4D82-A579-29C0CE26D29A}" dt="2026-07-09T12:45:11.451" v="429" actId="207"/>
          <ac:spMkLst>
            <pc:docMk/>
            <pc:sldMk cId="0" sldId="277"/>
            <ac:spMk id="44" creationId="{00000000-0000-0000-0000-000000000000}"/>
          </ac:spMkLst>
        </pc:spChg>
        <pc:spChg chg="mod">
          <ac:chgData name="Komal kakkar" userId="1da07b4102b904a1" providerId="LiveId" clId="{A62B9AAB-B538-4D82-A579-29C0CE26D29A}" dt="2026-07-09T12:45:24.116" v="431" actId="207"/>
          <ac:spMkLst>
            <pc:docMk/>
            <pc:sldMk cId="0" sldId="277"/>
            <ac:spMk id="45" creationId="{00000000-0000-0000-0000-000000000000}"/>
          </ac:spMkLst>
        </pc:spChg>
        <pc:spChg chg="mod">
          <ac:chgData name="Komal kakkar" userId="1da07b4102b904a1" providerId="LiveId" clId="{A62B9AAB-B538-4D82-A579-29C0CE26D29A}" dt="2026-07-09T12:45:55.700" v="437" actId="208"/>
          <ac:spMkLst>
            <pc:docMk/>
            <pc:sldMk cId="0" sldId="277"/>
            <ac:spMk id="46" creationId="{00000000-0000-0000-0000-000000000000}"/>
          </ac:spMkLst>
        </pc:spChg>
        <pc:spChg chg="mod">
          <ac:chgData name="Komal kakkar" userId="1da07b4102b904a1" providerId="LiveId" clId="{A62B9AAB-B538-4D82-A579-29C0CE26D29A}" dt="2026-07-09T12:45:17.202" v="430" actId="207"/>
          <ac:spMkLst>
            <pc:docMk/>
            <pc:sldMk cId="0" sldId="277"/>
            <ac:spMk id="47" creationId="{00000000-0000-0000-0000-000000000000}"/>
          </ac:spMkLst>
        </pc:spChg>
        <pc:spChg chg="mod">
          <ac:chgData name="Komal kakkar" userId="1da07b4102b904a1" providerId="LiveId" clId="{A62B9AAB-B538-4D82-A579-29C0CE26D29A}" dt="2026-07-09T12:45:27.944" v="432" actId="207"/>
          <ac:spMkLst>
            <pc:docMk/>
            <pc:sldMk cId="0" sldId="277"/>
            <ac:spMk id="48" creationId="{00000000-0000-0000-0000-000000000000}"/>
          </ac:spMkLst>
        </pc:spChg>
      </pc:sldChg>
      <pc:sldChg chg="addSp delSp modSp add mod setBg">
        <pc:chgData name="Komal kakkar" userId="1da07b4102b904a1" providerId="LiveId" clId="{A62B9AAB-B538-4D82-A579-29C0CE26D29A}" dt="2026-07-09T13:27:33.319" v="575" actId="20577"/>
        <pc:sldMkLst>
          <pc:docMk/>
          <pc:sldMk cId="0" sldId="278"/>
        </pc:sldMkLst>
        <pc:spChg chg="del">
          <ac:chgData name="Komal kakkar" userId="1da07b4102b904a1" providerId="LiveId" clId="{A62B9AAB-B538-4D82-A579-29C0CE26D29A}" dt="2026-07-09T12:27:35.165" v="334" actId="21"/>
          <ac:spMkLst>
            <pc:docMk/>
            <pc:sldMk cId="0" sldId="278"/>
            <ac:spMk id="2" creationId="{00000000-0000-0000-0000-000000000000}"/>
          </ac:spMkLst>
        </pc:spChg>
        <pc:spChg chg="mod">
          <ac:chgData name="Komal kakkar" userId="1da07b4102b904a1" providerId="LiveId" clId="{A62B9AAB-B538-4D82-A579-29C0CE26D29A}" dt="2026-07-09T12:28:40.880" v="340"/>
          <ac:spMkLst>
            <pc:docMk/>
            <pc:sldMk cId="0" sldId="278"/>
            <ac:spMk id="3" creationId="{00000000-0000-0000-0000-000000000000}"/>
          </ac:spMkLst>
        </pc:spChg>
        <pc:spChg chg="del">
          <ac:chgData name="Komal kakkar" userId="1da07b4102b904a1" providerId="LiveId" clId="{A62B9AAB-B538-4D82-A579-29C0CE26D29A}" dt="2026-07-09T12:29:10.742" v="342" actId="21"/>
          <ac:spMkLst>
            <pc:docMk/>
            <pc:sldMk cId="0" sldId="278"/>
            <ac:spMk id="6" creationId="{00000000-0000-0000-0000-000000000000}"/>
          </ac:spMkLst>
        </pc:spChg>
        <pc:spChg chg="mod">
          <ac:chgData name="Komal kakkar" userId="1da07b4102b904a1" providerId="LiveId" clId="{A62B9AAB-B538-4D82-A579-29C0CE26D29A}" dt="2026-07-09T12:33:06.446" v="371" actId="1076"/>
          <ac:spMkLst>
            <pc:docMk/>
            <pc:sldMk cId="0" sldId="278"/>
            <ac:spMk id="7" creationId="{00000000-0000-0000-0000-000000000000}"/>
          </ac:spMkLst>
        </pc:spChg>
        <pc:spChg chg="mod">
          <ac:chgData name="Komal kakkar" userId="1da07b4102b904a1" providerId="LiveId" clId="{A62B9AAB-B538-4D82-A579-29C0CE26D29A}" dt="2026-07-09T12:33:24.169" v="373" actId="1076"/>
          <ac:spMkLst>
            <pc:docMk/>
            <pc:sldMk cId="0" sldId="278"/>
            <ac:spMk id="8" creationId="{00000000-0000-0000-0000-000000000000}"/>
          </ac:spMkLst>
        </pc:spChg>
        <pc:spChg chg="mod">
          <ac:chgData name="Komal kakkar" userId="1da07b4102b904a1" providerId="LiveId" clId="{A62B9AAB-B538-4D82-A579-29C0CE26D29A}" dt="2026-07-09T12:33:18.086" v="372" actId="1076"/>
          <ac:spMkLst>
            <pc:docMk/>
            <pc:sldMk cId="0" sldId="278"/>
            <ac:spMk id="9" creationId="{00000000-0000-0000-0000-000000000000}"/>
          </ac:spMkLst>
        </pc:spChg>
        <pc:spChg chg="add del">
          <ac:chgData name="Komal kakkar" userId="1da07b4102b904a1" providerId="LiveId" clId="{A62B9AAB-B538-4D82-A579-29C0CE26D29A}" dt="2026-07-09T12:27:28.117" v="333" actId="22"/>
          <ac:spMkLst>
            <pc:docMk/>
            <pc:sldMk cId="0" sldId="278"/>
            <ac:spMk id="12" creationId="{EE15F99C-C7EE-4BCC-6469-DC6752969A5E}"/>
          </ac:spMkLst>
        </pc:spChg>
        <pc:spChg chg="add del">
          <ac:chgData name="Komal kakkar" userId="1da07b4102b904a1" providerId="LiveId" clId="{A62B9AAB-B538-4D82-A579-29C0CE26D29A}" dt="2026-07-09T12:27:49.866" v="336" actId="21"/>
          <ac:spMkLst>
            <pc:docMk/>
            <pc:sldMk cId="0" sldId="278"/>
            <ac:spMk id="14" creationId="{C029AE9A-1D37-853C-A504-5F1DC9A0423C}"/>
          </ac:spMkLst>
        </pc:spChg>
        <pc:spChg chg="add mod">
          <ac:chgData name="Komal kakkar" userId="1da07b4102b904a1" providerId="LiveId" clId="{A62B9AAB-B538-4D82-A579-29C0CE26D29A}" dt="2026-07-09T12:35:06.152" v="381" actId="255"/>
          <ac:spMkLst>
            <pc:docMk/>
            <pc:sldMk cId="0" sldId="278"/>
            <ac:spMk id="16" creationId="{7663875A-C0C7-4994-7364-E4BC62CBC30A}"/>
          </ac:spMkLst>
        </pc:spChg>
        <pc:spChg chg="add mod">
          <ac:chgData name="Komal kakkar" userId="1da07b4102b904a1" providerId="LiveId" clId="{A62B9AAB-B538-4D82-A579-29C0CE26D29A}" dt="2026-07-09T13:27:33.319" v="575" actId="20577"/>
          <ac:spMkLst>
            <pc:docMk/>
            <pc:sldMk cId="0" sldId="278"/>
            <ac:spMk id="24" creationId="{FF2B32F7-1FF7-C58C-476F-F74D4502C3F0}"/>
          </ac:spMkLst>
        </pc:spChg>
        <pc:graphicFrameChg chg="add mod">
          <ac:chgData name="Komal kakkar" userId="1da07b4102b904a1" providerId="LiveId" clId="{A62B9AAB-B538-4D82-A579-29C0CE26D29A}" dt="2026-07-09T12:35:23.253" v="382" actId="1076"/>
          <ac:graphicFrameMkLst>
            <pc:docMk/>
            <pc:sldMk cId="0" sldId="278"/>
            <ac:graphicFrameMk id="22" creationId="{1D28EBB4-3FEE-F8A8-8DF4-81B9D87B9618}"/>
          </ac:graphicFrameMkLst>
        </pc:graphicFrameChg>
        <pc:picChg chg="del">
          <ac:chgData name="Komal kakkar" userId="1da07b4102b904a1" providerId="LiveId" clId="{A62B9AAB-B538-4D82-A579-29C0CE26D29A}" dt="2026-07-09T12:29:05.642" v="341" actId="21"/>
          <ac:picMkLst>
            <pc:docMk/>
            <pc:sldMk cId="0" sldId="278"/>
            <ac:picMk id="5" creationId="{00000000-0000-0000-0000-000000000000}"/>
          </ac:picMkLst>
        </pc:picChg>
        <pc:picChg chg="add mod">
          <ac:chgData name="Komal kakkar" userId="1da07b4102b904a1" providerId="LiveId" clId="{A62B9AAB-B538-4D82-A579-29C0CE26D29A}" dt="2026-07-09T12:34:07.451" v="378" actId="14100"/>
          <ac:picMkLst>
            <pc:docMk/>
            <pc:sldMk cId="0" sldId="278"/>
            <ac:picMk id="18" creationId="{E75AB8BA-3B85-5570-AA55-61309754C56F}"/>
          </ac:picMkLst>
        </pc:picChg>
        <pc:picChg chg="add mod">
          <ac:chgData name="Komal kakkar" userId="1da07b4102b904a1" providerId="LiveId" clId="{A62B9AAB-B538-4D82-A579-29C0CE26D29A}" dt="2026-07-09T12:34:13.046" v="379" actId="14100"/>
          <ac:picMkLst>
            <pc:docMk/>
            <pc:sldMk cId="0" sldId="278"/>
            <ac:picMk id="20" creationId="{5B077275-3BF1-6C0C-8B20-D9E04E8BF2C4}"/>
          </ac:picMkLst>
        </pc:picChg>
      </pc:sldChg>
      <pc:sldChg chg="addSp delSp modSp add del mod setBg">
        <pc:chgData name="Komal kakkar" userId="1da07b4102b904a1" providerId="LiveId" clId="{A62B9AAB-B538-4D82-A579-29C0CE26D29A}" dt="2026-07-09T13:27:51.879" v="589" actId="20577"/>
        <pc:sldMkLst>
          <pc:docMk/>
          <pc:sldMk cId="0" sldId="279"/>
        </pc:sldMkLst>
        <pc:spChg chg="mod">
          <ac:chgData name="Komal kakkar" userId="1da07b4102b904a1" providerId="LiveId" clId="{A62B9AAB-B538-4D82-A579-29C0CE26D29A}" dt="2026-07-09T12:52:41.918" v="450" actId="1076"/>
          <ac:spMkLst>
            <pc:docMk/>
            <pc:sldMk cId="0" sldId="279"/>
            <ac:spMk id="6" creationId="{00000000-0000-0000-0000-000000000000}"/>
          </ac:spMkLst>
        </pc:spChg>
        <pc:spChg chg="mod">
          <ac:chgData name="Komal kakkar" userId="1da07b4102b904a1" providerId="LiveId" clId="{A62B9AAB-B538-4D82-A579-29C0CE26D29A}" dt="2026-07-09T12:52:46.056" v="451" actId="14100"/>
          <ac:spMkLst>
            <pc:docMk/>
            <pc:sldMk cId="0" sldId="279"/>
            <ac:spMk id="7" creationId="{00000000-0000-0000-0000-000000000000}"/>
          </ac:spMkLst>
        </pc:spChg>
        <pc:spChg chg="mod">
          <ac:chgData name="Komal kakkar" userId="1da07b4102b904a1" providerId="LiveId" clId="{A62B9AAB-B538-4D82-A579-29C0CE26D29A}" dt="2026-07-09T12:58:00.646" v="464" actId="1076"/>
          <ac:spMkLst>
            <pc:docMk/>
            <pc:sldMk cId="0" sldId="279"/>
            <ac:spMk id="8" creationId="{00000000-0000-0000-0000-000000000000}"/>
          </ac:spMkLst>
        </pc:spChg>
        <pc:spChg chg="mod">
          <ac:chgData name="Komal kakkar" userId="1da07b4102b904a1" providerId="LiveId" clId="{A62B9AAB-B538-4D82-A579-29C0CE26D29A}" dt="2026-07-09T12:53:17.458" v="454" actId="1076"/>
          <ac:spMkLst>
            <pc:docMk/>
            <pc:sldMk cId="0" sldId="279"/>
            <ac:spMk id="9" creationId="{00000000-0000-0000-0000-000000000000}"/>
          </ac:spMkLst>
        </pc:spChg>
        <pc:spChg chg="mod">
          <ac:chgData name="Komal kakkar" userId="1da07b4102b904a1" providerId="LiveId" clId="{A62B9AAB-B538-4D82-A579-29C0CE26D29A}" dt="2026-07-09T13:02:34.345" v="490" actId="113"/>
          <ac:spMkLst>
            <pc:docMk/>
            <pc:sldMk cId="0" sldId="279"/>
            <ac:spMk id="10" creationId="{00000000-0000-0000-0000-000000000000}"/>
          </ac:spMkLst>
        </pc:spChg>
        <pc:spChg chg="add mod">
          <ac:chgData name="Komal kakkar" userId="1da07b4102b904a1" providerId="LiveId" clId="{A62B9AAB-B538-4D82-A579-29C0CE26D29A}" dt="2026-07-09T13:27:51.879" v="589" actId="20577"/>
          <ac:spMkLst>
            <pc:docMk/>
            <pc:sldMk cId="0" sldId="279"/>
            <ac:spMk id="15" creationId="{5A4E6EDE-A6F5-4C0A-3ABB-129AD119923F}"/>
          </ac:spMkLst>
        </pc:spChg>
        <pc:picChg chg="del mod">
          <ac:chgData name="Komal kakkar" userId="1da07b4102b904a1" providerId="LiveId" clId="{A62B9AAB-B538-4D82-A579-29C0CE26D29A}" dt="2026-07-09T12:57:18.440" v="461" actId="21"/>
          <ac:picMkLst>
            <pc:docMk/>
            <pc:sldMk cId="0" sldId="279"/>
            <ac:picMk id="5" creationId="{00000000-0000-0000-0000-000000000000}"/>
          </ac:picMkLst>
        </pc:picChg>
        <pc:picChg chg="add mod">
          <ac:chgData name="Komal kakkar" userId="1da07b4102b904a1" providerId="LiveId" clId="{A62B9AAB-B538-4D82-A579-29C0CE26D29A}" dt="2026-07-09T13:02:22.401" v="489" actId="14100"/>
          <ac:picMkLst>
            <pc:docMk/>
            <pc:sldMk cId="0" sldId="279"/>
            <ac:picMk id="13" creationId="{AD31124D-9660-A3BD-34C0-8BAD79D3E560}"/>
          </ac:picMkLst>
        </pc:picChg>
      </pc:sldChg>
      <pc:sldChg chg="addSp delSp modSp add del mod setBg">
        <pc:chgData name="Komal kakkar" userId="1da07b4102b904a1" providerId="LiveId" clId="{A62B9AAB-B538-4D82-A579-29C0CE26D29A}" dt="2026-07-09T13:47:16.533" v="773" actId="1076"/>
        <pc:sldMkLst>
          <pc:docMk/>
          <pc:sldMk cId="0" sldId="280"/>
        </pc:sldMkLst>
        <pc:spChg chg="add del mod">
          <ac:chgData name="Komal kakkar" userId="1da07b4102b904a1" providerId="LiveId" clId="{A62B9AAB-B538-4D82-A579-29C0CE26D29A}" dt="2026-07-09T13:35:39.775" v="692" actId="21"/>
          <ac:spMkLst>
            <pc:docMk/>
            <pc:sldMk cId="0" sldId="280"/>
            <ac:spMk id="2" creationId="{00000000-0000-0000-0000-000000000000}"/>
          </ac:spMkLst>
        </pc:spChg>
        <pc:spChg chg="mod">
          <ac:chgData name="Komal kakkar" userId="1da07b4102b904a1" providerId="LiveId" clId="{A62B9AAB-B538-4D82-A579-29C0CE26D29A}" dt="2026-07-09T13:47:16.533" v="773" actId="1076"/>
          <ac:spMkLst>
            <pc:docMk/>
            <pc:sldMk cId="0" sldId="280"/>
            <ac:spMk id="3" creationId="{00000000-0000-0000-0000-000000000000}"/>
          </ac:spMkLst>
        </pc:spChg>
        <pc:spChg chg="del mod">
          <ac:chgData name="Komal kakkar" userId="1da07b4102b904a1" providerId="LiveId" clId="{A62B9AAB-B538-4D82-A579-29C0CE26D29A}" dt="2026-07-09T13:43:33.186" v="747" actId="207"/>
          <ac:spMkLst>
            <pc:docMk/>
            <pc:sldMk cId="0" sldId="280"/>
            <ac:spMk id="4" creationId="{00000000-0000-0000-0000-000000000000}"/>
          </ac:spMkLst>
        </pc:spChg>
        <pc:spChg chg="add del mod">
          <ac:chgData name="Komal kakkar" userId="1da07b4102b904a1" providerId="LiveId" clId="{A62B9AAB-B538-4D82-A579-29C0CE26D29A}" dt="2026-07-09T13:35:58.272" v="694" actId="21"/>
          <ac:spMkLst>
            <pc:docMk/>
            <pc:sldMk cId="0" sldId="280"/>
            <ac:spMk id="6" creationId="{E1767F98-184B-9582-D4C2-11914A003299}"/>
          </ac:spMkLst>
        </pc:spChg>
        <pc:spChg chg="add mod">
          <ac:chgData name="Komal kakkar" userId="1da07b4102b904a1" providerId="LiveId" clId="{A62B9AAB-B538-4D82-A579-29C0CE26D29A}" dt="2026-07-09T13:36:52.153" v="701" actId="14100"/>
          <ac:spMkLst>
            <pc:docMk/>
            <pc:sldMk cId="0" sldId="280"/>
            <ac:spMk id="8" creationId="{317A8814-22D6-0E9A-16AF-0634BDDC6024}"/>
          </ac:spMkLst>
        </pc:spChg>
        <pc:spChg chg="mod">
          <ac:chgData name="Komal kakkar" userId="1da07b4102b904a1" providerId="LiveId" clId="{A62B9AAB-B538-4D82-A579-29C0CE26D29A}" dt="2026-07-09T13:46:21.747" v="770" actId="14100"/>
          <ac:spMkLst>
            <pc:docMk/>
            <pc:sldMk cId="0" sldId="280"/>
            <ac:spMk id="9" creationId="{00000000-0000-0000-0000-000000000000}"/>
          </ac:spMkLst>
        </pc:spChg>
        <pc:spChg chg="add del mod">
          <ac:chgData name="Komal kakkar" userId="1da07b4102b904a1" providerId="LiveId" clId="{A62B9AAB-B538-4D82-A579-29C0CE26D29A}" dt="2026-07-09T13:39:32.246" v="733" actId="21"/>
          <ac:spMkLst>
            <pc:docMk/>
            <pc:sldMk cId="0" sldId="280"/>
            <ac:spMk id="10" creationId="{31B24F77-44FD-A586-ADD1-60BD737970D1}"/>
          </ac:spMkLst>
        </pc:spChg>
        <pc:spChg chg="mod">
          <ac:chgData name="Komal kakkar" userId="1da07b4102b904a1" providerId="LiveId" clId="{A62B9AAB-B538-4D82-A579-29C0CE26D29A}" dt="2026-07-09T13:44:55.878" v="755" actId="255"/>
          <ac:spMkLst>
            <pc:docMk/>
            <pc:sldMk cId="0" sldId="280"/>
            <ac:spMk id="12" creationId="{00000000-0000-0000-0000-000000000000}"/>
          </ac:spMkLst>
        </pc:spChg>
        <pc:spChg chg="mod">
          <ac:chgData name="Komal kakkar" userId="1da07b4102b904a1" providerId="LiveId" clId="{A62B9AAB-B538-4D82-A579-29C0CE26D29A}" dt="2026-07-09T13:45:17.074" v="759" actId="255"/>
          <ac:spMkLst>
            <pc:docMk/>
            <pc:sldMk cId="0" sldId="280"/>
            <ac:spMk id="15" creationId="{00000000-0000-0000-0000-000000000000}"/>
          </ac:spMkLst>
        </pc:spChg>
        <pc:spChg chg="mod">
          <ac:chgData name="Komal kakkar" userId="1da07b4102b904a1" providerId="LiveId" clId="{A62B9AAB-B538-4D82-A579-29C0CE26D29A}" dt="2026-07-09T13:46:12.598" v="769" actId="20577"/>
          <ac:spMkLst>
            <pc:docMk/>
            <pc:sldMk cId="0" sldId="280"/>
            <ac:spMk id="18" creationId="{00000000-0000-0000-0000-000000000000}"/>
          </ac:spMkLst>
        </pc:spChg>
        <pc:spChg chg="add">
          <ac:chgData name="Komal kakkar" userId="1da07b4102b904a1" providerId="LiveId" clId="{A62B9AAB-B538-4D82-A579-29C0CE26D29A}" dt="2026-07-09T13:47:09.093" v="771" actId="22"/>
          <ac:spMkLst>
            <pc:docMk/>
            <pc:sldMk cId="0" sldId="280"/>
            <ac:spMk id="20" creationId="{C2B47FDB-F991-DCA2-D96F-C66EBFED1043}"/>
          </ac:spMkLst>
        </pc:spChg>
        <pc:graphicFrameChg chg="mod modGraphic">
          <ac:chgData name="Komal kakkar" userId="1da07b4102b904a1" providerId="LiveId" clId="{A62B9AAB-B538-4D82-A579-29C0CE26D29A}" dt="2026-07-09T13:38:22.289" v="728" actId="14100"/>
          <ac:graphicFrameMkLst>
            <pc:docMk/>
            <pc:sldMk cId="0" sldId="280"/>
            <ac:graphicFrameMk id="14" creationId="{00000000-0000-0000-0000-000000000000}"/>
          </ac:graphicFrameMkLst>
        </pc:graphicFrameChg>
      </pc:sldChg>
      <pc:sldChg chg="addSp delSp modSp add mod setBg">
        <pc:chgData name="Komal kakkar" userId="1da07b4102b904a1" providerId="LiveId" clId="{A62B9AAB-B538-4D82-A579-29C0CE26D29A}" dt="2026-07-09T14:33:12.140" v="960" actId="22"/>
        <pc:sldMkLst>
          <pc:docMk/>
          <pc:sldMk cId="0" sldId="281"/>
        </pc:sldMkLst>
        <pc:spChg chg="del">
          <ac:chgData name="Komal kakkar" userId="1da07b4102b904a1" providerId="LiveId" clId="{A62B9AAB-B538-4D82-A579-29C0CE26D29A}" dt="2026-07-09T14:16:45.652" v="840" actId="21"/>
          <ac:spMkLst>
            <pc:docMk/>
            <pc:sldMk cId="0" sldId="281"/>
            <ac:spMk id="6" creationId="{00000000-0000-0000-0000-000000000000}"/>
          </ac:spMkLst>
        </pc:spChg>
        <pc:spChg chg="del">
          <ac:chgData name="Komal kakkar" userId="1da07b4102b904a1" providerId="LiveId" clId="{A62B9AAB-B538-4D82-A579-29C0CE26D29A}" dt="2026-07-09T14:16:59.400" v="842" actId="21"/>
          <ac:spMkLst>
            <pc:docMk/>
            <pc:sldMk cId="0" sldId="281"/>
            <ac:spMk id="7" creationId="{00000000-0000-0000-0000-000000000000}"/>
          </ac:spMkLst>
        </pc:spChg>
        <pc:spChg chg="del">
          <ac:chgData name="Komal kakkar" userId="1da07b4102b904a1" providerId="LiveId" clId="{A62B9AAB-B538-4D82-A579-29C0CE26D29A}" dt="2026-07-09T14:16:52.472" v="841" actId="21"/>
          <ac:spMkLst>
            <pc:docMk/>
            <pc:sldMk cId="0" sldId="281"/>
            <ac:spMk id="8" creationId="{00000000-0000-0000-0000-000000000000}"/>
          </ac:spMkLst>
        </pc:spChg>
        <pc:spChg chg="del">
          <ac:chgData name="Komal kakkar" userId="1da07b4102b904a1" providerId="LiveId" clId="{A62B9AAB-B538-4D82-A579-29C0CE26D29A}" dt="2026-07-09T14:17:04.101" v="843" actId="21"/>
          <ac:spMkLst>
            <pc:docMk/>
            <pc:sldMk cId="0" sldId="281"/>
            <ac:spMk id="9" creationId="{00000000-0000-0000-0000-000000000000}"/>
          </ac:spMkLst>
        </pc:spChg>
        <pc:spChg chg="del">
          <ac:chgData name="Komal kakkar" userId="1da07b4102b904a1" providerId="LiveId" clId="{A62B9AAB-B538-4D82-A579-29C0CE26D29A}" dt="2026-07-09T14:17:09.252" v="844" actId="21"/>
          <ac:spMkLst>
            <pc:docMk/>
            <pc:sldMk cId="0" sldId="281"/>
            <ac:spMk id="10" creationId="{00000000-0000-0000-0000-000000000000}"/>
          </ac:spMkLst>
        </pc:spChg>
        <pc:spChg chg="del">
          <ac:chgData name="Komal kakkar" userId="1da07b4102b904a1" providerId="LiveId" clId="{A62B9AAB-B538-4D82-A579-29C0CE26D29A}" dt="2026-07-09T14:17:14.598" v="845" actId="21"/>
          <ac:spMkLst>
            <pc:docMk/>
            <pc:sldMk cId="0" sldId="281"/>
            <ac:spMk id="11" creationId="{00000000-0000-0000-0000-000000000000}"/>
          </ac:spMkLst>
        </pc:spChg>
        <pc:spChg chg="del">
          <ac:chgData name="Komal kakkar" userId="1da07b4102b904a1" providerId="LiveId" clId="{A62B9AAB-B538-4D82-A579-29C0CE26D29A}" dt="2026-07-09T14:17:20.159" v="846" actId="21"/>
          <ac:spMkLst>
            <pc:docMk/>
            <pc:sldMk cId="0" sldId="281"/>
            <ac:spMk id="12" creationId="{00000000-0000-0000-0000-000000000000}"/>
          </ac:spMkLst>
        </pc:spChg>
        <pc:spChg chg="del">
          <ac:chgData name="Komal kakkar" userId="1da07b4102b904a1" providerId="LiveId" clId="{A62B9AAB-B538-4D82-A579-29C0CE26D29A}" dt="2026-07-09T14:17:26.773" v="848" actId="21"/>
          <ac:spMkLst>
            <pc:docMk/>
            <pc:sldMk cId="0" sldId="281"/>
            <ac:spMk id="13" creationId="{00000000-0000-0000-0000-000000000000}"/>
          </ac:spMkLst>
        </pc:spChg>
        <pc:spChg chg="del">
          <ac:chgData name="Komal kakkar" userId="1da07b4102b904a1" providerId="LiveId" clId="{A62B9AAB-B538-4D82-A579-29C0CE26D29A}" dt="2026-07-09T14:17:24.048" v="847" actId="21"/>
          <ac:spMkLst>
            <pc:docMk/>
            <pc:sldMk cId="0" sldId="281"/>
            <ac:spMk id="14" creationId="{00000000-0000-0000-0000-000000000000}"/>
          </ac:spMkLst>
        </pc:spChg>
        <pc:spChg chg="del">
          <ac:chgData name="Komal kakkar" userId="1da07b4102b904a1" providerId="LiveId" clId="{A62B9AAB-B538-4D82-A579-29C0CE26D29A}" dt="2026-07-09T14:17:31.139" v="849" actId="21"/>
          <ac:spMkLst>
            <pc:docMk/>
            <pc:sldMk cId="0" sldId="281"/>
            <ac:spMk id="15" creationId="{00000000-0000-0000-0000-000000000000}"/>
          </ac:spMkLst>
        </pc:spChg>
        <pc:spChg chg="add">
          <ac:chgData name="Komal kakkar" userId="1da07b4102b904a1" providerId="LiveId" clId="{A62B9AAB-B538-4D82-A579-29C0CE26D29A}" dt="2026-07-09T14:19:26.444" v="856" actId="22"/>
          <ac:spMkLst>
            <pc:docMk/>
            <pc:sldMk cId="0" sldId="281"/>
            <ac:spMk id="22" creationId="{75E057DE-7477-E38D-E621-2A8FBD5E0A61}"/>
          </ac:spMkLst>
        </pc:spChg>
        <pc:spChg chg="add mod">
          <ac:chgData name="Komal kakkar" userId="1da07b4102b904a1" providerId="LiveId" clId="{A62B9AAB-B538-4D82-A579-29C0CE26D29A}" dt="2026-07-09T14:27:22.291" v="929" actId="20577"/>
          <ac:spMkLst>
            <pc:docMk/>
            <pc:sldMk cId="0" sldId="281"/>
            <ac:spMk id="24" creationId="{D83318BF-C0AD-A61C-10A7-E55CA3A39EEF}"/>
          </ac:spMkLst>
        </pc:spChg>
        <pc:spChg chg="add mod">
          <ac:chgData name="Komal kakkar" userId="1da07b4102b904a1" providerId="LiveId" clId="{A62B9AAB-B538-4D82-A579-29C0CE26D29A}" dt="2026-07-09T14:19:54.614" v="860" actId="14100"/>
          <ac:spMkLst>
            <pc:docMk/>
            <pc:sldMk cId="0" sldId="281"/>
            <ac:spMk id="26" creationId="{2DEFFB35-1846-53CB-5542-B94249AD8564}"/>
          </ac:spMkLst>
        </pc:spChg>
        <pc:spChg chg="add del">
          <ac:chgData name="Komal kakkar" userId="1da07b4102b904a1" providerId="LiveId" clId="{A62B9AAB-B538-4D82-A579-29C0CE26D29A}" dt="2026-07-09T14:20:03.280" v="862" actId="22"/>
          <ac:spMkLst>
            <pc:docMk/>
            <pc:sldMk cId="0" sldId="281"/>
            <ac:spMk id="28" creationId="{58CD033D-631F-682F-467E-BF94617579F1}"/>
          </ac:spMkLst>
        </pc:spChg>
        <pc:spChg chg="add mod">
          <ac:chgData name="Komal kakkar" userId="1da07b4102b904a1" providerId="LiveId" clId="{A62B9AAB-B538-4D82-A579-29C0CE26D29A}" dt="2026-07-09T14:26:56.520" v="921" actId="20577"/>
          <ac:spMkLst>
            <pc:docMk/>
            <pc:sldMk cId="0" sldId="281"/>
            <ac:spMk id="30" creationId="{80B076D6-E31C-3CBD-7319-486534379A76}"/>
          </ac:spMkLst>
        </pc:spChg>
        <pc:spChg chg="add mod">
          <ac:chgData name="Komal kakkar" userId="1da07b4102b904a1" providerId="LiveId" clId="{A62B9AAB-B538-4D82-A579-29C0CE26D29A}" dt="2026-07-09T14:21:34.252" v="875" actId="1076"/>
          <ac:spMkLst>
            <pc:docMk/>
            <pc:sldMk cId="0" sldId="281"/>
            <ac:spMk id="32" creationId="{6FF7DA7F-64BF-417D-B843-B17EF8B907BD}"/>
          </ac:spMkLst>
        </pc:spChg>
        <pc:spChg chg="add mod">
          <ac:chgData name="Komal kakkar" userId="1da07b4102b904a1" providerId="LiveId" clId="{A62B9AAB-B538-4D82-A579-29C0CE26D29A}" dt="2026-07-09T14:21:29.129" v="874" actId="1076"/>
          <ac:spMkLst>
            <pc:docMk/>
            <pc:sldMk cId="0" sldId="281"/>
            <ac:spMk id="34" creationId="{2150E408-B9FE-9137-9B1C-4486C185222C}"/>
          </ac:spMkLst>
        </pc:spChg>
        <pc:spChg chg="add mod">
          <ac:chgData name="Komal kakkar" userId="1da07b4102b904a1" providerId="LiveId" clId="{A62B9AAB-B538-4D82-A579-29C0CE26D29A}" dt="2026-07-09T14:32:36.503" v="959" actId="113"/>
          <ac:spMkLst>
            <pc:docMk/>
            <pc:sldMk cId="0" sldId="281"/>
            <ac:spMk id="36" creationId="{CDD1D546-7662-FD58-599B-631A56DC48A7}"/>
          </ac:spMkLst>
        </pc:spChg>
        <pc:spChg chg="add">
          <ac:chgData name="Komal kakkar" userId="1da07b4102b904a1" providerId="LiveId" clId="{A62B9AAB-B538-4D82-A579-29C0CE26D29A}" dt="2026-07-09T14:33:12.140" v="960" actId="22"/>
          <ac:spMkLst>
            <pc:docMk/>
            <pc:sldMk cId="0" sldId="281"/>
            <ac:spMk id="42" creationId="{8010F8D4-02FD-26BF-C990-4D8B1F4E97C7}"/>
          </ac:spMkLst>
        </pc:spChg>
        <pc:graphicFrameChg chg="add mod modGraphic">
          <ac:chgData name="Komal kakkar" userId="1da07b4102b904a1" providerId="LiveId" clId="{A62B9AAB-B538-4D82-A579-29C0CE26D29A}" dt="2026-07-09T14:30:09.187" v="935" actId="20577"/>
          <ac:graphicFrameMkLst>
            <pc:docMk/>
            <pc:sldMk cId="0" sldId="281"/>
            <ac:graphicFrameMk id="18" creationId="{9018351D-EFEC-119C-176D-BD6B73DB8BDB}"/>
          </ac:graphicFrameMkLst>
        </pc:graphicFrameChg>
        <pc:picChg chg="add del mod">
          <ac:chgData name="Komal kakkar" userId="1da07b4102b904a1" providerId="LiveId" clId="{A62B9AAB-B538-4D82-A579-29C0CE26D29A}" dt="2026-07-09T14:30:50.227" v="936" actId="21"/>
          <ac:picMkLst>
            <pc:docMk/>
            <pc:sldMk cId="0" sldId="281"/>
            <ac:picMk id="20" creationId="{97336729-73F7-33BE-7816-D6FB20BD0797}"/>
          </ac:picMkLst>
        </pc:picChg>
        <pc:picChg chg="add del">
          <ac:chgData name="Komal kakkar" userId="1da07b4102b904a1" providerId="LiveId" clId="{A62B9AAB-B538-4D82-A579-29C0CE26D29A}" dt="2026-07-09T14:31:00.207" v="938" actId="21"/>
          <ac:picMkLst>
            <pc:docMk/>
            <pc:sldMk cId="0" sldId="281"/>
            <ac:picMk id="38" creationId="{FE4F29DA-B251-8636-A3D9-C447219BB61C}"/>
          </ac:picMkLst>
        </pc:picChg>
        <pc:picChg chg="add mod">
          <ac:chgData name="Komal kakkar" userId="1da07b4102b904a1" providerId="LiveId" clId="{A62B9AAB-B538-4D82-A579-29C0CE26D29A}" dt="2026-07-09T14:31:25.119" v="943" actId="14100"/>
          <ac:picMkLst>
            <pc:docMk/>
            <pc:sldMk cId="0" sldId="281"/>
            <ac:picMk id="40" creationId="{74109EE2-3FE7-7C28-067D-A3C742C3BE6C}"/>
          </ac:picMkLst>
        </pc:picChg>
      </pc:sldChg>
      <pc:sldChg chg="modSp add mod ord setBg">
        <pc:chgData name="Komal kakkar" userId="1da07b4102b904a1" providerId="LiveId" clId="{A62B9AAB-B538-4D82-A579-29C0CE26D29A}" dt="2026-07-09T15:41:36.398" v="976" actId="20577"/>
        <pc:sldMkLst>
          <pc:docMk/>
          <pc:sldMk cId="0" sldId="282"/>
        </pc:sldMkLst>
        <pc:spChg chg="mod">
          <ac:chgData name="Komal kakkar" userId="1da07b4102b904a1" providerId="LiveId" clId="{A62B9AAB-B538-4D82-A579-29C0CE26D29A}" dt="2026-07-09T15:40:00.185" v="974" actId="20577"/>
          <ac:spMkLst>
            <pc:docMk/>
            <pc:sldMk cId="0" sldId="282"/>
            <ac:spMk id="10" creationId="{00000000-0000-0000-0000-000000000000}"/>
          </ac:spMkLst>
        </pc:spChg>
        <pc:spChg chg="mod">
          <ac:chgData name="Komal kakkar" userId="1da07b4102b904a1" providerId="LiveId" clId="{A62B9AAB-B538-4D82-A579-29C0CE26D29A}" dt="2026-07-09T15:38:37.495" v="971" actId="20577"/>
          <ac:spMkLst>
            <pc:docMk/>
            <pc:sldMk cId="0" sldId="282"/>
            <ac:spMk id="14" creationId="{00000000-0000-0000-0000-000000000000}"/>
          </ac:spMkLst>
        </pc:spChg>
        <pc:graphicFrameChg chg="modGraphic">
          <ac:chgData name="Komal kakkar" userId="1da07b4102b904a1" providerId="LiveId" clId="{A62B9AAB-B538-4D82-A579-29C0CE26D29A}" dt="2026-07-09T15:41:36.398" v="976" actId="20577"/>
          <ac:graphicFrameMkLst>
            <pc:docMk/>
            <pc:sldMk cId="0" sldId="282"/>
            <ac:graphicFrameMk id="16" creationId="{00000000-0000-0000-0000-000000000000}"/>
          </ac:graphicFrameMkLst>
        </pc:graphicFrameChg>
      </pc:sldChg>
      <pc:sldChg chg="modSp add mod setBg">
        <pc:chgData name="Komal kakkar" userId="1da07b4102b904a1" providerId="LiveId" clId="{A62B9AAB-B538-4D82-A579-29C0CE26D29A}" dt="2026-07-09T15:51:50.087" v="1018" actId="20577"/>
        <pc:sldMkLst>
          <pc:docMk/>
          <pc:sldMk cId="0" sldId="283"/>
        </pc:sldMkLst>
        <pc:spChg chg="mod">
          <ac:chgData name="Komal kakkar" userId="1da07b4102b904a1" providerId="LiveId" clId="{A62B9AAB-B538-4D82-A579-29C0CE26D29A}" dt="2026-07-09T15:51:50.087" v="1018" actId="20577"/>
          <ac:spMkLst>
            <pc:docMk/>
            <pc:sldMk cId="0" sldId="283"/>
            <ac:spMk id="11" creationId="{00000000-0000-0000-0000-000000000000}"/>
          </ac:spMkLst>
        </pc:spChg>
        <pc:graphicFrameChg chg="modGraphic">
          <ac:chgData name="Komal kakkar" userId="1da07b4102b904a1" providerId="LiveId" clId="{A62B9AAB-B538-4D82-A579-29C0CE26D29A}" dt="2026-07-09T15:51:37.976" v="1006" actId="20577"/>
          <ac:graphicFrameMkLst>
            <pc:docMk/>
            <pc:sldMk cId="0" sldId="283"/>
            <ac:graphicFrameMk id="18"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D1B3E"/>
                </a:solidFill>
                <a:latin typeface="Arial"/>
              </a:defRPr>
            </a:pPr>
            <a:r>
              <a:rPr lang="en-IN" sz="1100" b="0" i="0" u="none" strike="noStrike" dirty="0">
                <a:solidFill>
                  <a:srgbClr val="0D1B3E"/>
                </a:solidFill>
                <a:latin typeface="Arial"/>
              </a:rPr>
              <a:t>Sessions by Month</a:t>
            </a:r>
          </a:p>
        </c:rich>
      </c:tx>
      <c:overlay val="0"/>
    </c:title>
    <c:autoTitleDeleted val="0"/>
    <c:plotArea>
      <c:layout/>
      <c:barChart>
        <c:barDir val="col"/>
        <c:grouping val="clustered"/>
        <c:varyColors val="0"/>
        <c:ser>
          <c:idx val="0"/>
          <c:order val="0"/>
          <c:tx>
            <c:strRef>
              <c:f>Sheet1!$B$1</c:f>
              <c:strCache>
                <c:ptCount val="1"/>
                <c:pt idx="0">
                  <c:v>Sessions</c:v>
                </c:pt>
              </c:strCache>
            </c:strRef>
          </c:tx>
          <c:spPr>
            <a:solidFill>
              <a:srgbClr val="1565C0"/>
            </a:solidFill>
            <a:effectLst/>
          </c:spPr>
          <c:invertIfNegative val="0"/>
          <c:dLbls>
            <c:numFmt formatCode="#,##0" sourceLinked="0"/>
            <c:spPr>
              <a:noFill/>
              <a:ln>
                <a:noFill/>
              </a:ln>
              <a:effectLst/>
            </c:spPr>
            <c:txPr>
              <a:bodyPr/>
              <a:lstStyle/>
              <a:p>
                <a:pPr>
                  <a:defRPr sz="700" b="0" i="0" u="none" strike="noStrike">
                    <a:solidFill>
                      <a:srgbClr val="1A237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Feb</c:v>
                </c:pt>
                <c:pt idx="1">
                  <c:v>Mar</c:v>
                </c:pt>
                <c:pt idx="2">
                  <c:v>May</c:v>
                </c:pt>
                <c:pt idx="3">
                  <c:v>Jun</c:v>
                </c:pt>
                <c:pt idx="4">
                  <c:v>Jul</c:v>
                </c:pt>
                <c:pt idx="5">
                  <c:v>Aug</c:v>
                </c:pt>
                <c:pt idx="6">
                  <c:v>Sep</c:v>
                </c:pt>
                <c:pt idx="7">
                  <c:v>Oct</c:v>
                </c:pt>
                <c:pt idx="8">
                  <c:v>Nov</c:v>
                </c:pt>
                <c:pt idx="9">
                  <c:v>Dec</c:v>
                </c:pt>
              </c:strCache>
            </c:strRef>
          </c:cat>
          <c:val>
            <c:numRef>
              <c:f>Sheet1!$B$2:$B$11</c:f>
              <c:numCache>
                <c:formatCode>General</c:formatCode>
                <c:ptCount val="10"/>
                <c:pt idx="0">
                  <c:v>182</c:v>
                </c:pt>
                <c:pt idx="1">
                  <c:v>287</c:v>
                </c:pt>
                <c:pt idx="2">
                  <c:v>3364</c:v>
                </c:pt>
                <c:pt idx="3">
                  <c:v>288</c:v>
                </c:pt>
                <c:pt idx="4">
                  <c:v>1302</c:v>
                </c:pt>
                <c:pt idx="5">
                  <c:v>1872</c:v>
                </c:pt>
                <c:pt idx="6">
                  <c:v>1905</c:v>
                </c:pt>
                <c:pt idx="7">
                  <c:v>549</c:v>
                </c:pt>
                <c:pt idx="8">
                  <c:v>2998</c:v>
                </c:pt>
                <c:pt idx="9">
                  <c:v>448</c:v>
                </c:pt>
              </c:numCache>
            </c:numRef>
          </c:val>
          <c:extLst>
            <c:ext xmlns:c16="http://schemas.microsoft.com/office/drawing/2014/chart" uri="{C3380CC4-5D6E-409C-BE32-E72D297353CC}">
              <c16:uniqueId val="{00000000-718D-41A4-9597-2B23D567E8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0" i="0" u="none" strike="noStrike">
                <a:solidFill>
                  <a:srgbClr val="0D1B3E"/>
                </a:solidFill>
                <a:latin typeface="Arial"/>
              </a:defRPr>
            </a:pPr>
            <a:r>
              <a:rPr lang="en-IN" sz="1000" b="0" i="0" u="none" strike="noStrike" dirty="0">
                <a:solidFill>
                  <a:srgbClr val="0D1B3E"/>
                </a:solidFill>
                <a:latin typeface="Arial"/>
              </a:rPr>
              <a:t>Avg Session Duration by Page Type</a:t>
            </a:r>
          </a:p>
        </c:rich>
      </c:tx>
      <c:overlay val="0"/>
    </c:title>
    <c:autoTitleDeleted val="0"/>
    <c:plotArea>
      <c:layout/>
      <c:barChart>
        <c:barDir val="bar"/>
        <c:grouping val="clustered"/>
        <c:varyColors val="0"/>
        <c:ser>
          <c:idx val="0"/>
          <c:order val="0"/>
          <c:tx>
            <c:strRef>
              <c:f>Sheet1!$B$1</c:f>
              <c:strCache>
                <c:ptCount val="1"/>
                <c:pt idx="0">
                  <c:v>Avg Duration (seconds)</c:v>
                </c:pt>
              </c:strCache>
            </c:strRef>
          </c:tx>
          <c:spPr>
            <a:solidFill>
              <a:srgbClr val="0097A7"/>
            </a:solidFill>
            <a:effectLst/>
          </c:spPr>
          <c:invertIfNegative val="0"/>
          <c:dPt>
            <c:idx val="0"/>
            <c:invertIfNegative val="0"/>
            <c:bubble3D val="0"/>
            <c:extLst>
              <c:ext xmlns:c16="http://schemas.microsoft.com/office/drawing/2014/chart" uri="{C3380CC4-5D6E-409C-BE32-E72D297353CC}">
                <c16:uniqueId val="{00000000-312C-44FB-B3E6-286C47781F6E}"/>
              </c:ext>
            </c:extLst>
          </c:dPt>
          <c:dPt>
            <c:idx val="1"/>
            <c:invertIfNegative val="0"/>
            <c:bubble3D val="0"/>
            <c:spPr>
              <a:solidFill>
                <a:srgbClr val="00BCD4"/>
              </a:solidFill>
              <a:effectLst/>
            </c:spPr>
            <c:extLst>
              <c:ext xmlns:c16="http://schemas.microsoft.com/office/drawing/2014/chart" uri="{C3380CC4-5D6E-409C-BE32-E72D297353CC}">
                <c16:uniqueId val="{00000002-312C-44FB-B3E6-286C47781F6E}"/>
              </c:ext>
            </c:extLst>
          </c:dPt>
          <c:dPt>
            <c:idx val="2"/>
            <c:invertIfNegative val="0"/>
            <c:bubble3D val="0"/>
            <c:spPr>
              <a:solidFill>
                <a:srgbClr val="1565C0"/>
              </a:solidFill>
              <a:effectLst/>
            </c:spPr>
            <c:extLst>
              <c:ext xmlns:c16="http://schemas.microsoft.com/office/drawing/2014/chart" uri="{C3380CC4-5D6E-409C-BE32-E72D297353CC}">
                <c16:uniqueId val="{00000004-312C-44FB-B3E6-286C47781F6E}"/>
              </c:ext>
            </c:extLst>
          </c:dPt>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Admin</c:v>
                </c:pt>
                <c:pt idx="1">
                  <c:v>Informational</c:v>
                </c:pt>
                <c:pt idx="2">
                  <c:v>Product Related</c:v>
                </c:pt>
              </c:strCache>
            </c:strRef>
          </c:cat>
          <c:val>
            <c:numRef>
              <c:f>Sheet1!$B$2:$B$4</c:f>
              <c:numCache>
                <c:formatCode>General</c:formatCode>
                <c:ptCount val="3"/>
                <c:pt idx="0">
                  <c:v>80</c:v>
                </c:pt>
                <c:pt idx="1">
                  <c:v>34</c:v>
                </c:pt>
                <c:pt idx="2">
                  <c:v>1206</c:v>
                </c:pt>
              </c:numCache>
            </c:numRef>
          </c:val>
          <c:extLst>
            <c:ext xmlns:c16="http://schemas.microsoft.com/office/drawing/2014/chart" uri="{C3380CC4-5D6E-409C-BE32-E72D297353CC}">
              <c16:uniqueId val="{00000005-312C-44FB-B3E6-286C47781F6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D1B3E"/>
                </a:solidFill>
                <a:latin typeface="Arial"/>
              </a:defRPr>
            </a:pPr>
            <a:r>
              <a:rPr lang="en-IN" sz="1100" b="0" i="0" u="none" strike="noStrike" dirty="0">
                <a:solidFill>
                  <a:srgbClr val="0D1B3E"/>
                </a:solidFill>
                <a:latin typeface="Arial"/>
              </a:rPr>
              <a:t>Conversion Rate % by Month</a:t>
            </a:r>
          </a:p>
        </c:rich>
      </c:tx>
      <c:overlay val="0"/>
    </c:title>
    <c:autoTitleDeleted val="0"/>
    <c:plotArea>
      <c:layout/>
      <c:lineChart>
        <c:grouping val="standard"/>
        <c:varyColors val="0"/>
        <c:ser>
          <c:idx val="0"/>
          <c:order val="0"/>
          <c:tx>
            <c:strRef>
              <c:f>Sheet1!$B$1</c:f>
              <c:strCache>
                <c:ptCount val="1"/>
                <c:pt idx="0">
                  <c:v>Conv Rate %</c:v>
                </c:pt>
              </c:strCache>
            </c:strRef>
          </c:tx>
          <c:spPr>
            <a:ln w="38100" cap="flat">
              <a:solidFill>
                <a:srgbClr val="00BCD4"/>
              </a:solidFill>
              <a:prstDash val="solid"/>
              <a:round/>
            </a:ln>
            <a:effectLst/>
          </c:spPr>
          <c:marker>
            <c:symbol val="circle"/>
            <c:size val="6"/>
            <c:spPr>
              <a:solidFill>
                <a:srgbClr val="00BCD4"/>
              </a:solidFill>
              <a:ln w="9525" cap="flat">
                <a:solidFill>
                  <a:srgbClr val="00BCD4"/>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Feb</c:v>
                </c:pt>
                <c:pt idx="1">
                  <c:v>Mar</c:v>
                </c:pt>
                <c:pt idx="2">
                  <c:v>May</c:v>
                </c:pt>
                <c:pt idx="3">
                  <c:v>Jun</c:v>
                </c:pt>
                <c:pt idx="4">
                  <c:v>Jul</c:v>
                </c:pt>
                <c:pt idx="5">
                  <c:v>Aug</c:v>
                </c:pt>
                <c:pt idx="6">
                  <c:v>Sep</c:v>
                </c:pt>
                <c:pt idx="7">
                  <c:v>Oct</c:v>
                </c:pt>
                <c:pt idx="8">
                  <c:v>Nov</c:v>
                </c:pt>
                <c:pt idx="9">
                  <c:v>Dec</c:v>
                </c:pt>
              </c:strCache>
            </c:strRef>
          </c:cat>
          <c:val>
            <c:numRef>
              <c:f>Sheet1!$B$2:$B$11</c:f>
              <c:numCache>
                <c:formatCode>General</c:formatCode>
                <c:ptCount val="10"/>
                <c:pt idx="0">
                  <c:v>1.66</c:v>
                </c:pt>
                <c:pt idx="1">
                  <c:v>4.9000000000000004</c:v>
                </c:pt>
                <c:pt idx="2">
                  <c:v>10</c:v>
                </c:pt>
                <c:pt idx="3">
                  <c:v>10.07</c:v>
                </c:pt>
                <c:pt idx="4">
                  <c:v>14.68</c:v>
                </c:pt>
                <c:pt idx="5">
                  <c:v>18.239999999999998</c:v>
                </c:pt>
                <c:pt idx="6">
                  <c:v>19.39</c:v>
                </c:pt>
                <c:pt idx="7">
                  <c:v>21.31</c:v>
                </c:pt>
                <c:pt idx="8">
                  <c:v>25.26</c:v>
                </c:pt>
                <c:pt idx="9">
                  <c:v>12.95</c:v>
                </c:pt>
              </c:numCache>
            </c:numRef>
          </c:val>
          <c:smooth val="1"/>
          <c:extLst>
            <c:ext xmlns:c16="http://schemas.microsoft.com/office/drawing/2014/chart" uri="{C3380CC4-5D6E-409C-BE32-E72D297353CC}">
              <c16:uniqueId val="{00000000-0083-4A73-8391-11E045894269}"/>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F"/>
                </a:solidFill>
                <a:latin typeface="Arial"/>
              </a:defRPr>
            </a:pPr>
            <a:r>
              <a:rPr lang="en-IN" sz="1200" b="0" i="0" u="none" strike="noStrike" dirty="0">
                <a:solidFill>
                  <a:srgbClr val="16233F"/>
                </a:solidFill>
                <a:latin typeface="Arial"/>
              </a:rPr>
              <a:t>Conversion Rate % by Month</a:t>
            </a:r>
          </a:p>
        </c:rich>
      </c:tx>
      <c:overlay val="0"/>
    </c:title>
    <c:autoTitleDeleted val="0"/>
    <c:plotArea>
      <c:layout/>
      <c:barChart>
        <c:barDir val="col"/>
        <c:grouping val="clustered"/>
        <c:varyColors val="0"/>
        <c:ser>
          <c:idx val="0"/>
          <c:order val="0"/>
          <c:tx>
            <c:strRef>
              <c:f>Sheet1!$B$1</c:f>
              <c:strCache>
                <c:ptCount val="1"/>
                <c:pt idx="0">
                  <c:v>Conversion Rate %</c:v>
                </c:pt>
              </c:strCache>
            </c:strRef>
          </c:tx>
          <c:spPr>
            <a:solidFill>
              <a:srgbClr val="0E7C86"/>
            </a:solidFill>
            <a:effectLst/>
          </c:spPr>
          <c:invertIfNegative val="0"/>
          <c:dLbls>
            <c:numFmt formatCode="#,##0" sourceLinked="0"/>
            <c:spPr>
              <a:noFill/>
              <a:ln>
                <a:noFill/>
              </a:ln>
              <a:effectLst/>
            </c:spPr>
            <c:txPr>
              <a:bodyPr/>
              <a:lstStyle/>
              <a:p>
                <a:pPr>
                  <a:defRPr sz="900" b="0" i="0" u="none" strike="noStrike">
                    <a:solidFill>
                      <a:srgbClr val="16233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Feb</c:v>
                </c:pt>
                <c:pt idx="1">
                  <c:v>Mar</c:v>
                </c:pt>
                <c:pt idx="2">
                  <c:v>May</c:v>
                </c:pt>
                <c:pt idx="3">
                  <c:v>Jun</c:v>
                </c:pt>
                <c:pt idx="4">
                  <c:v>Jul</c:v>
                </c:pt>
                <c:pt idx="5">
                  <c:v>Aug</c:v>
                </c:pt>
                <c:pt idx="6">
                  <c:v>Sep</c:v>
                </c:pt>
                <c:pt idx="7">
                  <c:v>Oct</c:v>
                </c:pt>
                <c:pt idx="8">
                  <c:v>Nov</c:v>
                </c:pt>
                <c:pt idx="9">
                  <c:v>Dec</c:v>
                </c:pt>
              </c:strCache>
            </c:strRef>
          </c:cat>
          <c:val>
            <c:numRef>
              <c:f>Sheet1!$B$2:$B$11</c:f>
              <c:numCache>
                <c:formatCode>General</c:formatCode>
                <c:ptCount val="10"/>
                <c:pt idx="0">
                  <c:v>2</c:v>
                </c:pt>
                <c:pt idx="1">
                  <c:v>10</c:v>
                </c:pt>
                <c:pt idx="2">
                  <c:v>11</c:v>
                </c:pt>
                <c:pt idx="3">
                  <c:v>10</c:v>
                </c:pt>
                <c:pt idx="4">
                  <c:v>15</c:v>
                </c:pt>
                <c:pt idx="5">
                  <c:v>18</c:v>
                </c:pt>
                <c:pt idx="6">
                  <c:v>19</c:v>
                </c:pt>
                <c:pt idx="7">
                  <c:v>21</c:v>
                </c:pt>
                <c:pt idx="8">
                  <c:v>25</c:v>
                </c:pt>
                <c:pt idx="9">
                  <c:v>13</c:v>
                </c:pt>
              </c:numCache>
            </c:numRef>
          </c:val>
          <c:extLst>
            <c:ext xmlns:c16="http://schemas.microsoft.com/office/drawing/2014/chart" uri="{C3380CC4-5D6E-409C-BE32-E72D297353CC}">
              <c16:uniqueId val="{00000000-8092-481F-A439-F5EA98D0088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8728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Numerical features mostly right-skewed hain - outliers bhi kaafi hain especially PageValues aur duration columns mein. Sabse important insight yeh hai ki buyers product pages par 73% zyada time spend karte hain non-buyers ke comparison mein, aur PageValues almost sabhi non-converting sessions ke liye zero ke close hai.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Outlier detection ke liye maine IQR method use kiya. Interesting baat yeh hai ki maine outliers ko remove nahi kiya kyunki yeh genuine high-value buyer behaviour represent karte hain - jaise koi user jo product pages par bohot zyada time spend karta hai, woh actually high purchase intent signal hai, noise nahi.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Ab main deep dive karti hoon 4 experiments mein. Har experiment mein maine ek naya technique add kiya - preprocessing transformations se lekar class balancing aur finally tree-based ensemble models tak - taaki minority class (buyers) ko better predict kiya ja sake.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Experiment 2 mein maine skewness fix karne ke liye do transformations try kiye - Log1p aur Yeo-Johnson. Log1p simple hai aur zeros ko safely handle karta hai. Yeo-Johnson thoda advanced power transform hai jo skewness ko aur zyada effectively reduce karta hai.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Experiment 3 mein maine class_weight='balanced' add kiya taaki minority class ko zyada importance mile. Isse Recall 0.61 se 0.80 tak jump kar gaya - matlab ab model 80% actual buyers ko catch kar raha hai. Trade-off yeh hai ki Precision aur Accuracy thodi kam ho gayi. Yeh model tab useful hai jab missed buyer ka cost zyada ho extra contacted non-buyer ke comparison mein.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Decision Tree ka default version bohot overfit ho gaya tha - train accuracy 100% aur test sirf 86%. GridSearchCV se maine 480 combinations try kiye 5-fold cross validation ke saath, total 2400 fits. Tuning ke baad overfitting kaafi kam ho gayi aur Recall 0.81 tak improve hua, lekin overall yeh Logistic Regression se peeche hi raha.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Random Forest bhi default version mein overfit hua tha. RandomizedSearchCV se 30 random combinations try kiye, 150 total fits - GridSearch se kaafi fast. Tuned Random Forest ne sabse best F1-score aur ROC-AUC diya poore 4 experiments mein - yeh humara best performing model ban gaya.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13.png"/><Relationship Id="rId7"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F3B63"/>
          </a:solidFill>
          <a:ln/>
        </p:spPr>
        <p:txBody>
          <a:bodyPr/>
          <a:lstStyle/>
          <a:p>
            <a:endParaRPr lang="en-IN" dirty="0"/>
          </a:p>
        </p:txBody>
      </p:sp>
      <p:sp>
        <p:nvSpPr>
          <p:cNvPr id="3" name="Shape 1"/>
          <p:cNvSpPr/>
          <p:nvPr/>
        </p:nvSpPr>
        <p:spPr>
          <a:xfrm>
            <a:off x="10607040" y="4297680"/>
            <a:ext cx="2926080" cy="2926080"/>
          </a:xfrm>
          <a:prstGeom prst="ellipse">
            <a:avLst/>
          </a:prstGeom>
          <a:solidFill>
            <a:srgbClr val="0E7C86"/>
          </a:solidFill>
          <a:ln/>
        </p:spPr>
        <p:txBody>
          <a:bodyPr/>
          <a:lstStyle/>
          <a:p>
            <a:endParaRPr lang="en-IN" dirty="0"/>
          </a:p>
        </p:txBody>
      </p:sp>
      <p:sp>
        <p:nvSpPr>
          <p:cNvPr id="4" name="Shape 2"/>
          <p:cNvSpPr/>
          <p:nvPr/>
        </p:nvSpPr>
        <p:spPr>
          <a:xfrm>
            <a:off x="-1097280" y="4846320"/>
            <a:ext cx="3108960" cy="3108960"/>
          </a:xfrm>
          <a:prstGeom prst="ellipse">
            <a:avLst/>
          </a:prstGeom>
          <a:solidFill>
            <a:srgbClr val="0E7C86"/>
          </a:solidFill>
          <a:ln/>
        </p:spPr>
        <p:txBody>
          <a:bodyPr/>
          <a:lstStyle/>
          <a:p>
            <a:endParaRPr lang="en-IN" dirty="0"/>
          </a:p>
        </p:txBody>
      </p:sp>
      <p:sp>
        <p:nvSpPr>
          <p:cNvPr id="5" name="Text 3"/>
          <p:cNvSpPr/>
          <p:nvPr/>
        </p:nvSpPr>
        <p:spPr>
          <a:xfrm>
            <a:off x="822960" y="1417320"/>
            <a:ext cx="8229600" cy="365760"/>
          </a:xfrm>
          <a:prstGeom prst="rect">
            <a:avLst/>
          </a:prstGeom>
          <a:noFill/>
          <a:ln/>
        </p:spPr>
        <p:txBody>
          <a:bodyPr wrap="square" lIns="0" tIns="0" rIns="0" bIns="0" rtlCol="0" anchor="ctr"/>
          <a:lstStyle/>
          <a:p>
            <a:pPr marL="0" indent="0">
              <a:buNone/>
            </a:pPr>
            <a:r>
              <a:rPr lang="en-US" sz="1300" b="1" kern="0" spc="300" dirty="0">
                <a:solidFill>
                  <a:srgbClr val="F2A93B"/>
                </a:solidFill>
                <a:latin typeface="Calibri" pitchFamily="34" charset="0"/>
                <a:ea typeface="Calibri" pitchFamily="34" charset="-122"/>
                <a:cs typeface="Calibri" pitchFamily="34" charset="-120"/>
              </a:rPr>
              <a:t>SQL  •  POWER BI  •  PYTHON  •  MACHINE LEARNING</a:t>
            </a:r>
            <a:endParaRPr lang="en-US" sz="1300" dirty="0"/>
          </a:p>
        </p:txBody>
      </p:sp>
      <p:sp>
        <p:nvSpPr>
          <p:cNvPr id="6" name="Text 4"/>
          <p:cNvSpPr/>
          <p:nvPr/>
        </p:nvSpPr>
        <p:spPr>
          <a:xfrm>
            <a:off x="777240" y="1965960"/>
            <a:ext cx="9875520" cy="173736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Online Shoppers Purchasing</a:t>
            </a:r>
            <a:r>
              <a:rPr lang="en-US" sz="4200" dirty="0"/>
              <a:t> </a:t>
            </a:r>
            <a:r>
              <a:rPr lang="en-US" sz="4200" b="1" dirty="0">
                <a:solidFill>
                  <a:srgbClr val="FFFFFF"/>
                </a:solidFill>
                <a:latin typeface="Cambria" pitchFamily="34" charset="0"/>
                <a:ea typeface="Cambria" pitchFamily="34" charset="-122"/>
                <a:cs typeface="Cambria" pitchFamily="34" charset="-120"/>
              </a:rPr>
              <a:t>Intention Analysis &amp; Prediction</a:t>
            </a:r>
            <a:endParaRPr lang="en-US" sz="4200" dirty="0"/>
          </a:p>
        </p:txBody>
      </p:sp>
      <p:sp>
        <p:nvSpPr>
          <p:cNvPr id="7" name="Text 5"/>
          <p:cNvSpPr/>
          <p:nvPr/>
        </p:nvSpPr>
        <p:spPr>
          <a:xfrm>
            <a:off x="822960" y="3703320"/>
            <a:ext cx="8961120" cy="685800"/>
          </a:xfrm>
          <a:prstGeom prst="rect">
            <a:avLst/>
          </a:prstGeom>
          <a:noFill/>
          <a:ln/>
        </p:spPr>
        <p:txBody>
          <a:bodyPr wrap="square" lIns="0" tIns="0" rIns="0" bIns="0" rtlCol="0" anchor="ctr"/>
          <a:lstStyle/>
          <a:p>
            <a:pPr marL="0" indent="0">
              <a:lnSpc>
                <a:spcPct val="125000"/>
              </a:lnSpc>
              <a:buNone/>
            </a:pPr>
            <a:r>
              <a:rPr lang="en-US" sz="1500" dirty="0">
                <a:solidFill>
                  <a:srgbClr val="C7D3E8"/>
                </a:solidFill>
                <a:latin typeface="Calibri" pitchFamily="34" charset="0"/>
                <a:ea typeface="Calibri" pitchFamily="34" charset="-122"/>
                <a:cs typeface="Calibri" pitchFamily="34" charset="-120"/>
              </a:rPr>
              <a:t>An end-to-end data analytics and machine learning project predicting purchase</a:t>
            </a:r>
            <a:endParaRPr lang="en-US" sz="1500" dirty="0"/>
          </a:p>
          <a:p>
            <a:pPr marL="0" indent="0">
              <a:lnSpc>
                <a:spcPct val="125000"/>
              </a:lnSpc>
              <a:buNone/>
            </a:pPr>
            <a:r>
              <a:rPr lang="en-US" sz="1500" dirty="0">
                <a:solidFill>
                  <a:srgbClr val="C7D3E8"/>
                </a:solidFill>
                <a:latin typeface="Calibri" pitchFamily="34" charset="0"/>
                <a:ea typeface="Calibri" pitchFamily="34" charset="-122"/>
                <a:cs typeface="Calibri" pitchFamily="34" charset="-120"/>
              </a:rPr>
              <a:t>intent from 12,330 e-commerce browsing sessions</a:t>
            </a:r>
            <a:endParaRPr lang="en-US" sz="1500" dirty="0"/>
          </a:p>
        </p:txBody>
      </p:sp>
      <p:sp>
        <p:nvSpPr>
          <p:cNvPr id="8" name="Shape 6"/>
          <p:cNvSpPr/>
          <p:nvPr/>
        </p:nvSpPr>
        <p:spPr>
          <a:xfrm>
            <a:off x="822960" y="4709160"/>
            <a:ext cx="457200" cy="457200"/>
          </a:xfrm>
          <a:prstGeom prst="ellipse">
            <a:avLst/>
          </a:prstGeom>
          <a:solidFill>
            <a:srgbClr val="0E7C86"/>
          </a:solidFill>
          <a:ln/>
        </p:spPr>
        <p:txBody>
          <a:bodyPr/>
          <a:lstStyle/>
          <a:p>
            <a:endParaRPr lang="en-IN" dirty="0"/>
          </a:p>
        </p:txBody>
      </p:sp>
      <p:pic>
        <p:nvPicPr>
          <p:cNvPr id="9" name="Image 0" descr="/home/claude/ppt/icons/database.png"/>
          <p:cNvPicPr>
            <a:picLocks noChangeAspect="1"/>
          </p:cNvPicPr>
          <p:nvPr/>
        </p:nvPicPr>
        <p:blipFill>
          <a:blip r:embed="rId3"/>
          <a:stretch>
            <a:fillRect/>
          </a:stretch>
        </p:blipFill>
        <p:spPr>
          <a:xfrm>
            <a:off x="941832" y="4828032"/>
            <a:ext cx="219456" cy="219456"/>
          </a:xfrm>
          <a:prstGeom prst="rect">
            <a:avLst/>
          </a:prstGeom>
        </p:spPr>
      </p:pic>
      <p:sp>
        <p:nvSpPr>
          <p:cNvPr id="10" name="Text 7"/>
          <p:cNvSpPr/>
          <p:nvPr/>
        </p:nvSpPr>
        <p:spPr>
          <a:xfrm>
            <a:off x="594360" y="5230368"/>
            <a:ext cx="1371600" cy="457200"/>
          </a:xfrm>
          <a:prstGeom prst="rect">
            <a:avLst/>
          </a:prstGeom>
          <a:noFill/>
          <a:ln/>
        </p:spPr>
        <p:txBody>
          <a:bodyPr wrap="square" lIns="0" tIns="0" rIns="0" bIns="0" rtlCol="0" anchor="ctr"/>
          <a:lstStyle/>
          <a:p>
            <a:pPr marL="0" indent="0" algn="ctr">
              <a:buNone/>
            </a:pPr>
            <a:r>
              <a:rPr lang="en-US" sz="1050" dirty="0">
                <a:solidFill>
                  <a:srgbClr val="AEBEDA"/>
                </a:solidFill>
                <a:latin typeface="Calibri" pitchFamily="34" charset="0"/>
                <a:ea typeface="Calibri" pitchFamily="34" charset="-122"/>
                <a:cs typeface="Calibri" pitchFamily="34" charset="-120"/>
              </a:rPr>
              <a:t>SQL Analysis</a:t>
            </a:r>
            <a:endParaRPr lang="en-US" sz="1050" dirty="0"/>
          </a:p>
        </p:txBody>
      </p:sp>
      <p:sp>
        <p:nvSpPr>
          <p:cNvPr id="11" name="Shape 8"/>
          <p:cNvSpPr/>
          <p:nvPr/>
        </p:nvSpPr>
        <p:spPr>
          <a:xfrm>
            <a:off x="2743200" y="4709160"/>
            <a:ext cx="457200" cy="457200"/>
          </a:xfrm>
          <a:prstGeom prst="ellipse">
            <a:avLst/>
          </a:prstGeom>
          <a:solidFill>
            <a:srgbClr val="0E7C86"/>
          </a:solidFill>
          <a:ln/>
        </p:spPr>
        <p:txBody>
          <a:bodyPr/>
          <a:lstStyle/>
          <a:p>
            <a:endParaRPr lang="en-IN" dirty="0"/>
          </a:p>
        </p:txBody>
      </p:sp>
      <p:pic>
        <p:nvPicPr>
          <p:cNvPr id="12" name="Image 1" descr="/home/claude/ppt/icons/chart.png"/>
          <p:cNvPicPr>
            <a:picLocks noChangeAspect="1"/>
          </p:cNvPicPr>
          <p:nvPr/>
        </p:nvPicPr>
        <p:blipFill>
          <a:blip r:embed="rId4"/>
          <a:stretch>
            <a:fillRect/>
          </a:stretch>
        </p:blipFill>
        <p:spPr>
          <a:xfrm>
            <a:off x="2862072" y="4828032"/>
            <a:ext cx="219456" cy="219456"/>
          </a:xfrm>
          <a:prstGeom prst="rect">
            <a:avLst/>
          </a:prstGeom>
        </p:spPr>
      </p:pic>
      <p:sp>
        <p:nvSpPr>
          <p:cNvPr id="13" name="Text 9"/>
          <p:cNvSpPr/>
          <p:nvPr/>
        </p:nvSpPr>
        <p:spPr>
          <a:xfrm>
            <a:off x="2514600" y="5230368"/>
            <a:ext cx="1371600" cy="457200"/>
          </a:xfrm>
          <a:prstGeom prst="rect">
            <a:avLst/>
          </a:prstGeom>
          <a:noFill/>
          <a:ln/>
        </p:spPr>
        <p:txBody>
          <a:bodyPr wrap="square" lIns="0" tIns="0" rIns="0" bIns="0" rtlCol="0" anchor="ctr"/>
          <a:lstStyle/>
          <a:p>
            <a:pPr marL="0" indent="0" algn="ctr">
              <a:buNone/>
            </a:pPr>
            <a:r>
              <a:rPr lang="en-US" sz="1050" dirty="0">
                <a:solidFill>
                  <a:srgbClr val="AEBEDA"/>
                </a:solidFill>
                <a:latin typeface="Calibri" pitchFamily="34" charset="0"/>
                <a:ea typeface="Calibri" pitchFamily="34" charset="-122"/>
                <a:cs typeface="Calibri" pitchFamily="34" charset="-120"/>
              </a:rPr>
              <a:t>EDA &amp; Dashboard</a:t>
            </a:r>
            <a:endParaRPr lang="en-US" sz="1050" dirty="0"/>
          </a:p>
        </p:txBody>
      </p:sp>
      <p:sp>
        <p:nvSpPr>
          <p:cNvPr id="14" name="Shape 10"/>
          <p:cNvSpPr/>
          <p:nvPr/>
        </p:nvSpPr>
        <p:spPr>
          <a:xfrm>
            <a:off x="4663440" y="4709160"/>
            <a:ext cx="457200" cy="457200"/>
          </a:xfrm>
          <a:prstGeom prst="ellipse">
            <a:avLst/>
          </a:prstGeom>
          <a:solidFill>
            <a:srgbClr val="0E7C86"/>
          </a:solidFill>
          <a:ln/>
        </p:spPr>
        <p:txBody>
          <a:bodyPr/>
          <a:lstStyle/>
          <a:p>
            <a:endParaRPr lang="en-IN" dirty="0"/>
          </a:p>
        </p:txBody>
      </p:sp>
      <p:pic>
        <p:nvPicPr>
          <p:cNvPr id="15" name="Image 2" descr="/home/claude/ppt/icons/brain.png"/>
          <p:cNvPicPr>
            <a:picLocks noChangeAspect="1"/>
          </p:cNvPicPr>
          <p:nvPr/>
        </p:nvPicPr>
        <p:blipFill>
          <a:blip r:embed="rId5"/>
          <a:stretch>
            <a:fillRect/>
          </a:stretch>
        </p:blipFill>
        <p:spPr>
          <a:xfrm>
            <a:off x="4782312" y="4828032"/>
            <a:ext cx="219456" cy="219456"/>
          </a:xfrm>
          <a:prstGeom prst="rect">
            <a:avLst/>
          </a:prstGeom>
        </p:spPr>
      </p:pic>
      <p:sp>
        <p:nvSpPr>
          <p:cNvPr id="16" name="Text 11"/>
          <p:cNvSpPr/>
          <p:nvPr/>
        </p:nvSpPr>
        <p:spPr>
          <a:xfrm>
            <a:off x="4434840" y="5230368"/>
            <a:ext cx="1371600" cy="457200"/>
          </a:xfrm>
          <a:prstGeom prst="rect">
            <a:avLst/>
          </a:prstGeom>
          <a:noFill/>
          <a:ln/>
        </p:spPr>
        <p:txBody>
          <a:bodyPr wrap="square" lIns="0" tIns="0" rIns="0" bIns="0" rtlCol="0" anchor="ctr"/>
          <a:lstStyle/>
          <a:p>
            <a:pPr marL="0" indent="0" algn="ctr">
              <a:buNone/>
            </a:pPr>
            <a:r>
              <a:rPr lang="en-US" sz="1050" dirty="0">
                <a:solidFill>
                  <a:srgbClr val="AEBEDA"/>
                </a:solidFill>
                <a:latin typeface="Calibri" pitchFamily="34" charset="0"/>
                <a:ea typeface="Calibri" pitchFamily="34" charset="-122"/>
                <a:cs typeface="Calibri" pitchFamily="34" charset="-120"/>
              </a:rPr>
              <a:t>ML Experiments</a:t>
            </a:r>
            <a:endParaRPr lang="en-US" sz="1050" dirty="0"/>
          </a:p>
        </p:txBody>
      </p:sp>
      <p:sp>
        <p:nvSpPr>
          <p:cNvPr id="17" name="Shape 12"/>
          <p:cNvSpPr/>
          <p:nvPr/>
        </p:nvSpPr>
        <p:spPr>
          <a:xfrm>
            <a:off x="6583680" y="4709160"/>
            <a:ext cx="457200" cy="457200"/>
          </a:xfrm>
          <a:prstGeom prst="ellipse">
            <a:avLst/>
          </a:prstGeom>
          <a:solidFill>
            <a:srgbClr val="0E7C86"/>
          </a:solidFill>
          <a:ln/>
        </p:spPr>
        <p:txBody>
          <a:bodyPr/>
          <a:lstStyle/>
          <a:p>
            <a:endParaRPr lang="en-IN" dirty="0"/>
          </a:p>
        </p:txBody>
      </p:sp>
      <p:pic>
        <p:nvPicPr>
          <p:cNvPr id="18" name="Image 3" descr="/home/claude/ppt/icons/trophy.png"/>
          <p:cNvPicPr>
            <a:picLocks noChangeAspect="1"/>
          </p:cNvPicPr>
          <p:nvPr/>
        </p:nvPicPr>
        <p:blipFill>
          <a:blip r:embed="rId6"/>
          <a:stretch>
            <a:fillRect/>
          </a:stretch>
        </p:blipFill>
        <p:spPr>
          <a:xfrm>
            <a:off x="6702552" y="4828032"/>
            <a:ext cx="219456" cy="219456"/>
          </a:xfrm>
          <a:prstGeom prst="rect">
            <a:avLst/>
          </a:prstGeom>
        </p:spPr>
      </p:pic>
      <p:sp>
        <p:nvSpPr>
          <p:cNvPr id="19" name="Text 13"/>
          <p:cNvSpPr/>
          <p:nvPr/>
        </p:nvSpPr>
        <p:spPr>
          <a:xfrm>
            <a:off x="6355080" y="5230368"/>
            <a:ext cx="1371600" cy="457200"/>
          </a:xfrm>
          <a:prstGeom prst="rect">
            <a:avLst/>
          </a:prstGeom>
          <a:noFill/>
          <a:ln/>
        </p:spPr>
        <p:txBody>
          <a:bodyPr wrap="square" lIns="0" tIns="0" rIns="0" bIns="0" rtlCol="0" anchor="ctr"/>
          <a:lstStyle/>
          <a:p>
            <a:pPr marL="0" indent="0" algn="ctr">
              <a:buNone/>
            </a:pPr>
            <a:r>
              <a:rPr lang="en-US" sz="1050" dirty="0">
                <a:solidFill>
                  <a:srgbClr val="AEBEDA"/>
                </a:solidFill>
                <a:latin typeface="Calibri" pitchFamily="34" charset="0"/>
                <a:ea typeface="Calibri" pitchFamily="34" charset="-122"/>
                <a:cs typeface="Calibri" pitchFamily="34" charset="-120"/>
              </a:rPr>
              <a:t>Final Model</a:t>
            </a:r>
            <a:endParaRPr lang="en-US" sz="1050" dirty="0"/>
          </a:p>
        </p:txBody>
      </p:sp>
      <p:sp>
        <p:nvSpPr>
          <p:cNvPr id="20" name="Text 14"/>
          <p:cNvSpPr/>
          <p:nvPr/>
        </p:nvSpPr>
        <p:spPr>
          <a:xfrm>
            <a:off x="822960" y="6263640"/>
            <a:ext cx="3657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Prepared by Komal Kakkar</a:t>
            </a:r>
            <a:endParaRPr lang="en-US" sz="1250" dirty="0"/>
          </a:p>
        </p:txBody>
      </p:sp>
      <p:sp>
        <p:nvSpPr>
          <p:cNvPr id="21" name="Text 15"/>
          <p:cNvSpPr/>
          <p:nvPr/>
        </p:nvSpPr>
        <p:spPr>
          <a:xfrm>
            <a:off x="822960" y="6537960"/>
            <a:ext cx="3657600" cy="274320"/>
          </a:xfrm>
          <a:prstGeom prst="rect">
            <a:avLst/>
          </a:prstGeom>
          <a:noFill/>
          <a:ln/>
        </p:spPr>
        <p:txBody>
          <a:bodyPr wrap="square" lIns="0" tIns="0" rIns="0" bIns="0" rtlCol="0" anchor="ctr"/>
          <a:lstStyle/>
          <a:p>
            <a:pPr marL="0" indent="0">
              <a:buNone/>
            </a:pPr>
            <a:r>
              <a:rPr lang="en-US" sz="1050" dirty="0">
                <a:solidFill>
                  <a:srgbClr val="9FB0C9"/>
                </a:solidFill>
                <a:latin typeface="Calibri" pitchFamily="34" charset="0"/>
                <a:ea typeface="Calibri" pitchFamily="34" charset="-122"/>
                <a:cs typeface="Calibri" pitchFamily="34" charset="-120"/>
              </a:rPr>
              <a:t>github.com/komalkakkar1996-source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r>
              <a:rPr lang="en-US" sz="1300" b="1" kern="0" spc="200" dirty="0">
                <a:solidFill>
                  <a:srgbClr val="02C39A"/>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818388"/>
            <a:ext cx="10789920" cy="640080"/>
          </a:xfrm>
          <a:prstGeom prst="rect">
            <a:avLst/>
          </a:prstGeom>
          <a:noFill/>
          <a:ln/>
        </p:spPr>
        <p:txBody>
          <a:bodyPr wrap="square" lIns="0" tIns="0" rIns="0" bIns="0" rtlCol="0" anchor="ctr"/>
          <a:lstStyle/>
          <a:p>
            <a:r>
              <a:rPr lang="en-US" sz="3000" b="1" dirty="0">
                <a:solidFill>
                  <a:srgbClr val="1E2761"/>
                </a:solidFill>
                <a:latin typeface="Cambria" pitchFamily="34" charset="0"/>
                <a:ea typeface="Cambria" pitchFamily="34" charset="-122"/>
                <a:cs typeface="Cambria" pitchFamily="34" charset="-120"/>
              </a:rPr>
              <a:t>What We'll Cover Today</a:t>
            </a:r>
            <a:endParaRPr lang="en-US" sz="3000" dirty="0"/>
          </a:p>
          <a:p>
            <a:pPr marL="0" indent="0">
              <a:buNone/>
            </a:pPr>
            <a:endParaRPr lang="en-US" sz="3000" dirty="0"/>
          </a:p>
        </p:txBody>
      </p:sp>
      <p:sp>
        <p:nvSpPr>
          <p:cNvPr id="4" name="Shape 2"/>
          <p:cNvSpPr/>
          <p:nvPr/>
        </p:nvSpPr>
        <p:spPr>
          <a:xfrm>
            <a:off x="548640" y="1316736"/>
            <a:ext cx="5349240" cy="1188720"/>
          </a:xfrm>
          <a:prstGeom prst="roundRect">
            <a:avLst>
              <a:gd name="adj" fmla="val 6154"/>
            </a:avLst>
          </a:prstGeom>
          <a:solidFill>
            <a:srgbClr val="F5F8FB"/>
          </a:solidFill>
          <a:ln/>
          <a:effectLst>
            <a:outerShdw blurRad="76200" dist="25400" dir="5400000" algn="bl" rotWithShape="0">
              <a:srgbClr val="000000">
                <a:alpha val="8000"/>
              </a:srgbClr>
            </a:outerShdw>
          </a:effectLst>
        </p:spPr>
        <p:txBody>
          <a:bodyPr/>
          <a:lstStyle/>
          <a:p>
            <a:endParaRPr lang="en-IN" dirty="0"/>
          </a:p>
        </p:txBody>
      </p:sp>
      <p:sp>
        <p:nvSpPr>
          <p:cNvPr id="5" name="Shape 3"/>
          <p:cNvSpPr/>
          <p:nvPr/>
        </p:nvSpPr>
        <p:spPr>
          <a:xfrm>
            <a:off x="777240" y="1673352"/>
            <a:ext cx="457200" cy="457200"/>
          </a:xfrm>
          <a:prstGeom prst="ellipse">
            <a:avLst/>
          </a:prstGeom>
          <a:solidFill>
            <a:srgbClr val="0E7C86"/>
          </a:solidFill>
          <a:ln/>
        </p:spPr>
        <p:txBody>
          <a:bodyPr/>
          <a:lstStyle/>
          <a:p>
            <a:endParaRPr lang="en-IN" dirty="0"/>
          </a:p>
        </p:txBody>
      </p:sp>
      <p:pic>
        <p:nvPicPr>
          <p:cNvPr id="6" name="Image 0" descr="/home/claude/ppt/icons/target.png"/>
          <p:cNvPicPr>
            <a:picLocks noChangeAspect="1"/>
          </p:cNvPicPr>
          <p:nvPr/>
        </p:nvPicPr>
        <p:blipFill>
          <a:blip r:embed="rId3"/>
          <a:stretch>
            <a:fillRect/>
          </a:stretch>
        </p:blipFill>
        <p:spPr>
          <a:xfrm>
            <a:off x="896112" y="1792224"/>
            <a:ext cx="219456" cy="219456"/>
          </a:xfrm>
          <a:prstGeom prst="rect">
            <a:avLst/>
          </a:prstGeom>
        </p:spPr>
      </p:pic>
      <p:sp>
        <p:nvSpPr>
          <p:cNvPr id="7" name="Text 4"/>
          <p:cNvSpPr/>
          <p:nvPr/>
        </p:nvSpPr>
        <p:spPr>
          <a:xfrm>
            <a:off x="1426464" y="1563624"/>
            <a:ext cx="4297680" cy="320040"/>
          </a:xfrm>
          <a:prstGeom prst="rect">
            <a:avLst/>
          </a:prstGeom>
          <a:noFill/>
          <a:ln/>
        </p:spPr>
        <p:txBody>
          <a:bodyPr wrap="square" lIns="0" tIns="0" rIns="0" bIns="0" rtlCol="0" anchor="ctr"/>
          <a:lstStyle/>
          <a:p>
            <a:pPr marL="0" indent="0">
              <a:buNone/>
            </a:pPr>
            <a:r>
              <a:rPr lang="en-US" sz="1450" b="1" dirty="0">
                <a:solidFill>
                  <a:srgbClr val="16233F"/>
                </a:solidFill>
                <a:latin typeface="Calibri" pitchFamily="34" charset="0"/>
                <a:ea typeface="Calibri" pitchFamily="34" charset="-122"/>
                <a:cs typeface="Calibri" pitchFamily="34" charset="-120"/>
              </a:rPr>
              <a:t>Business Problem &amp; Dataset</a:t>
            </a:r>
            <a:endParaRPr lang="en-US" sz="1450" dirty="0"/>
          </a:p>
        </p:txBody>
      </p:sp>
      <p:sp>
        <p:nvSpPr>
          <p:cNvPr id="8" name="Text 5"/>
          <p:cNvSpPr/>
          <p:nvPr/>
        </p:nvSpPr>
        <p:spPr>
          <a:xfrm>
            <a:off x="1417320" y="1796796"/>
            <a:ext cx="4297680" cy="594360"/>
          </a:xfrm>
          <a:prstGeom prst="rect">
            <a:avLst/>
          </a:prstGeom>
          <a:noFill/>
          <a:ln/>
        </p:spPr>
        <p:txBody>
          <a:bodyPr wrap="square" lIns="0" tIns="0" rIns="0" bIns="0" rtlCol="0" anchor="ctr"/>
          <a:lstStyle/>
          <a:p>
            <a:pPr marL="0" indent="0">
              <a:lnSpc>
                <a:spcPct val="115000"/>
              </a:lnSpc>
              <a:buNone/>
            </a:pPr>
            <a:r>
              <a:rPr lang="en-US" sz="1050" dirty="0">
                <a:solidFill>
                  <a:srgbClr val="5B6B82"/>
                </a:solidFill>
                <a:latin typeface="Calibri" pitchFamily="34" charset="0"/>
                <a:ea typeface="Calibri" pitchFamily="34" charset="-122"/>
                <a:cs typeface="Calibri" pitchFamily="34" charset="-120"/>
              </a:rPr>
              <a:t>Objectives, scope, and the 18-feature session-level dataset</a:t>
            </a:r>
            <a:endParaRPr lang="en-US" sz="1050" dirty="0"/>
          </a:p>
        </p:txBody>
      </p:sp>
      <p:sp>
        <p:nvSpPr>
          <p:cNvPr id="9" name="Shape 6"/>
          <p:cNvSpPr/>
          <p:nvPr/>
        </p:nvSpPr>
        <p:spPr>
          <a:xfrm>
            <a:off x="548640" y="2722626"/>
            <a:ext cx="5349240" cy="1188720"/>
          </a:xfrm>
          <a:prstGeom prst="roundRect">
            <a:avLst>
              <a:gd name="adj" fmla="val 6154"/>
            </a:avLst>
          </a:prstGeom>
          <a:solidFill>
            <a:srgbClr val="F5F8FB"/>
          </a:solidFill>
          <a:ln/>
          <a:effectLst>
            <a:outerShdw blurRad="76200" dist="25400" dir="5400000" algn="bl" rotWithShape="0">
              <a:srgbClr val="000000">
                <a:alpha val="8000"/>
              </a:srgbClr>
            </a:outerShdw>
          </a:effectLst>
        </p:spPr>
        <p:txBody>
          <a:bodyPr/>
          <a:lstStyle/>
          <a:p>
            <a:endParaRPr lang="en-IN" dirty="0"/>
          </a:p>
        </p:txBody>
      </p:sp>
      <p:sp>
        <p:nvSpPr>
          <p:cNvPr id="10" name="Shape 7"/>
          <p:cNvSpPr/>
          <p:nvPr/>
        </p:nvSpPr>
        <p:spPr>
          <a:xfrm>
            <a:off x="777240" y="3017520"/>
            <a:ext cx="457200" cy="457200"/>
          </a:xfrm>
          <a:prstGeom prst="ellipse">
            <a:avLst/>
          </a:prstGeom>
          <a:solidFill>
            <a:srgbClr val="0E7C86"/>
          </a:solidFill>
          <a:ln/>
        </p:spPr>
        <p:txBody>
          <a:bodyPr/>
          <a:lstStyle/>
          <a:p>
            <a:endParaRPr lang="en-IN" dirty="0"/>
          </a:p>
        </p:txBody>
      </p:sp>
      <p:pic>
        <p:nvPicPr>
          <p:cNvPr id="11" name="Image 1" descr="/home/claude/ppt/icons/filter.png"/>
          <p:cNvPicPr>
            <a:picLocks noChangeAspect="1"/>
          </p:cNvPicPr>
          <p:nvPr/>
        </p:nvPicPr>
        <p:blipFill>
          <a:blip r:embed="rId4"/>
          <a:stretch>
            <a:fillRect/>
          </a:stretch>
        </p:blipFill>
        <p:spPr>
          <a:xfrm>
            <a:off x="896112" y="3136392"/>
            <a:ext cx="219456" cy="219456"/>
          </a:xfrm>
          <a:prstGeom prst="rect">
            <a:avLst/>
          </a:prstGeom>
        </p:spPr>
      </p:pic>
      <p:sp>
        <p:nvSpPr>
          <p:cNvPr id="12" name="Text 8"/>
          <p:cNvSpPr/>
          <p:nvPr/>
        </p:nvSpPr>
        <p:spPr>
          <a:xfrm>
            <a:off x="1440180" y="2976372"/>
            <a:ext cx="4297680" cy="320040"/>
          </a:xfrm>
          <a:prstGeom prst="rect">
            <a:avLst/>
          </a:prstGeom>
          <a:noFill/>
          <a:ln/>
        </p:spPr>
        <p:txBody>
          <a:bodyPr wrap="square" lIns="0" tIns="0" rIns="0" bIns="0" rtlCol="0" anchor="ctr"/>
          <a:lstStyle/>
          <a:p>
            <a:pPr marL="0" indent="0">
              <a:buNone/>
            </a:pPr>
            <a:r>
              <a:rPr lang="en-US" sz="1450" b="1" dirty="0">
                <a:solidFill>
                  <a:srgbClr val="16233F"/>
                </a:solidFill>
                <a:latin typeface="Calibri" pitchFamily="34" charset="0"/>
                <a:ea typeface="Calibri" pitchFamily="34" charset="-122"/>
                <a:cs typeface="Calibri" pitchFamily="34" charset="-120"/>
              </a:rPr>
              <a:t>Data Cleaning &amp; Preprocessing</a:t>
            </a:r>
            <a:endParaRPr lang="en-US" sz="1450" dirty="0"/>
          </a:p>
        </p:txBody>
      </p:sp>
      <p:sp>
        <p:nvSpPr>
          <p:cNvPr id="13" name="Text 9"/>
          <p:cNvSpPr/>
          <p:nvPr/>
        </p:nvSpPr>
        <p:spPr>
          <a:xfrm>
            <a:off x="1417320" y="3177540"/>
            <a:ext cx="4297680" cy="594360"/>
          </a:xfrm>
          <a:prstGeom prst="rect">
            <a:avLst/>
          </a:prstGeom>
          <a:noFill/>
          <a:ln/>
        </p:spPr>
        <p:txBody>
          <a:bodyPr wrap="square" lIns="0" tIns="0" rIns="0" bIns="0" rtlCol="0" anchor="ctr"/>
          <a:lstStyle/>
          <a:p>
            <a:pPr marL="0" indent="0">
              <a:lnSpc>
                <a:spcPct val="115000"/>
              </a:lnSpc>
              <a:buNone/>
            </a:pPr>
            <a:r>
              <a:rPr lang="en-US" sz="1050" dirty="0">
                <a:solidFill>
                  <a:srgbClr val="5B6B82"/>
                </a:solidFill>
                <a:latin typeface="Calibri" pitchFamily="34" charset="0"/>
                <a:ea typeface="Calibri" pitchFamily="34" charset="-122"/>
                <a:cs typeface="Calibri" pitchFamily="34" charset="-120"/>
              </a:rPr>
              <a:t>Duplicate removal, missing values, outlier treatment</a:t>
            </a:r>
            <a:endParaRPr lang="en-US" sz="1050" dirty="0"/>
          </a:p>
        </p:txBody>
      </p:sp>
      <p:sp>
        <p:nvSpPr>
          <p:cNvPr id="14" name="Shape 10"/>
          <p:cNvSpPr/>
          <p:nvPr/>
        </p:nvSpPr>
        <p:spPr>
          <a:xfrm>
            <a:off x="548640" y="4103370"/>
            <a:ext cx="5349240" cy="1188720"/>
          </a:xfrm>
          <a:prstGeom prst="roundRect">
            <a:avLst>
              <a:gd name="adj" fmla="val 6154"/>
            </a:avLst>
          </a:prstGeom>
          <a:solidFill>
            <a:srgbClr val="F5F8FB"/>
          </a:solidFill>
          <a:ln/>
          <a:effectLst>
            <a:outerShdw blurRad="76200" dist="25400" dir="5400000" algn="bl" rotWithShape="0">
              <a:srgbClr val="000000">
                <a:alpha val="8000"/>
              </a:srgbClr>
            </a:outerShdw>
          </a:effectLst>
        </p:spPr>
        <p:txBody>
          <a:bodyPr/>
          <a:lstStyle/>
          <a:p>
            <a:endParaRPr lang="en-IN" dirty="0"/>
          </a:p>
        </p:txBody>
      </p:sp>
      <p:sp>
        <p:nvSpPr>
          <p:cNvPr id="15" name="Shape 11"/>
          <p:cNvSpPr/>
          <p:nvPr/>
        </p:nvSpPr>
        <p:spPr>
          <a:xfrm>
            <a:off x="777240" y="4491990"/>
            <a:ext cx="457200" cy="457200"/>
          </a:xfrm>
          <a:prstGeom prst="ellipse">
            <a:avLst/>
          </a:prstGeom>
          <a:solidFill>
            <a:srgbClr val="0E7C86"/>
          </a:solidFill>
          <a:ln/>
        </p:spPr>
        <p:txBody>
          <a:bodyPr/>
          <a:lstStyle/>
          <a:p>
            <a:endParaRPr lang="en-IN" dirty="0"/>
          </a:p>
        </p:txBody>
      </p:sp>
      <p:pic>
        <p:nvPicPr>
          <p:cNvPr id="16" name="Image 2" descr="/home/claude/ppt/icons/chart.png"/>
          <p:cNvPicPr>
            <a:picLocks noChangeAspect="1"/>
          </p:cNvPicPr>
          <p:nvPr/>
        </p:nvPicPr>
        <p:blipFill>
          <a:blip r:embed="rId5"/>
          <a:stretch>
            <a:fillRect/>
          </a:stretch>
        </p:blipFill>
        <p:spPr>
          <a:xfrm>
            <a:off x="896112" y="4618863"/>
            <a:ext cx="219456" cy="219456"/>
          </a:xfrm>
          <a:prstGeom prst="rect">
            <a:avLst/>
          </a:prstGeom>
        </p:spPr>
      </p:pic>
      <p:sp>
        <p:nvSpPr>
          <p:cNvPr id="17" name="Text 12"/>
          <p:cNvSpPr/>
          <p:nvPr/>
        </p:nvSpPr>
        <p:spPr>
          <a:xfrm>
            <a:off x="1417320" y="4331970"/>
            <a:ext cx="4297680" cy="320040"/>
          </a:xfrm>
          <a:prstGeom prst="rect">
            <a:avLst/>
          </a:prstGeom>
          <a:noFill/>
          <a:ln/>
        </p:spPr>
        <p:txBody>
          <a:bodyPr wrap="square" lIns="0" tIns="0" rIns="0" bIns="0" rtlCol="0" anchor="ctr"/>
          <a:lstStyle/>
          <a:p>
            <a:pPr marL="0" indent="0">
              <a:buNone/>
            </a:pPr>
            <a:r>
              <a:rPr lang="en-US" sz="1450" b="1" dirty="0">
                <a:solidFill>
                  <a:srgbClr val="16233F"/>
                </a:solidFill>
                <a:latin typeface="Calibri" pitchFamily="34" charset="0"/>
                <a:ea typeface="Calibri" pitchFamily="34" charset="-122"/>
                <a:cs typeface="Calibri" pitchFamily="34" charset="-120"/>
              </a:rPr>
              <a:t>Exploratory Data Analysis</a:t>
            </a:r>
            <a:endParaRPr lang="en-US" sz="1450" dirty="0"/>
          </a:p>
        </p:txBody>
      </p:sp>
      <p:sp>
        <p:nvSpPr>
          <p:cNvPr id="18" name="Text 13"/>
          <p:cNvSpPr/>
          <p:nvPr/>
        </p:nvSpPr>
        <p:spPr>
          <a:xfrm>
            <a:off x="1417320" y="4537710"/>
            <a:ext cx="4297680" cy="594360"/>
          </a:xfrm>
          <a:prstGeom prst="rect">
            <a:avLst/>
          </a:prstGeom>
          <a:noFill/>
          <a:ln/>
        </p:spPr>
        <p:txBody>
          <a:bodyPr wrap="square" lIns="0" tIns="0" rIns="0" bIns="0" rtlCol="0" anchor="ctr"/>
          <a:lstStyle/>
          <a:p>
            <a:pPr marL="0" indent="0">
              <a:lnSpc>
                <a:spcPct val="115000"/>
              </a:lnSpc>
              <a:buNone/>
            </a:pPr>
            <a:r>
              <a:rPr lang="en-US" sz="1050" dirty="0">
                <a:solidFill>
                  <a:srgbClr val="5B6B82"/>
                </a:solidFill>
                <a:latin typeface="Calibri" pitchFamily="34" charset="0"/>
                <a:ea typeface="Calibri" pitchFamily="34" charset="-122"/>
                <a:cs typeface="Calibri" pitchFamily="34" charset="-120"/>
              </a:rPr>
              <a:t>Univariate, bivariate, and correlation insights</a:t>
            </a:r>
            <a:endParaRPr lang="en-US" sz="1050" dirty="0"/>
          </a:p>
        </p:txBody>
      </p:sp>
      <p:sp>
        <p:nvSpPr>
          <p:cNvPr id="19" name="Shape 14"/>
          <p:cNvSpPr/>
          <p:nvPr/>
        </p:nvSpPr>
        <p:spPr>
          <a:xfrm>
            <a:off x="617220" y="5484114"/>
            <a:ext cx="5349240" cy="1145286"/>
          </a:xfrm>
          <a:prstGeom prst="roundRect">
            <a:avLst>
              <a:gd name="adj" fmla="val 6154"/>
            </a:avLst>
          </a:prstGeom>
          <a:solidFill>
            <a:srgbClr val="F5F8FB"/>
          </a:solidFill>
          <a:ln/>
          <a:effectLst>
            <a:outerShdw blurRad="76200" dist="25400" dir="5400000" algn="bl" rotWithShape="0">
              <a:srgbClr val="000000">
                <a:alpha val="8000"/>
              </a:srgbClr>
            </a:outerShdw>
          </a:effectLst>
        </p:spPr>
        <p:txBody>
          <a:bodyPr/>
          <a:lstStyle/>
          <a:p>
            <a:endParaRPr lang="en-IN" dirty="0"/>
          </a:p>
        </p:txBody>
      </p:sp>
      <p:sp>
        <p:nvSpPr>
          <p:cNvPr id="20" name="Shape 15"/>
          <p:cNvSpPr/>
          <p:nvPr/>
        </p:nvSpPr>
        <p:spPr>
          <a:xfrm>
            <a:off x="781812" y="5806440"/>
            <a:ext cx="457200" cy="457200"/>
          </a:xfrm>
          <a:prstGeom prst="ellipse">
            <a:avLst/>
          </a:prstGeom>
          <a:solidFill>
            <a:srgbClr val="0E7C86"/>
          </a:solidFill>
          <a:ln/>
        </p:spPr>
        <p:txBody>
          <a:bodyPr/>
          <a:lstStyle/>
          <a:p>
            <a:endParaRPr lang="en-IN" dirty="0"/>
          </a:p>
        </p:txBody>
      </p:sp>
      <p:pic>
        <p:nvPicPr>
          <p:cNvPr id="21" name="Image 3" descr="/home/claude/ppt/icons/database.png"/>
          <p:cNvPicPr>
            <a:picLocks noChangeAspect="1"/>
          </p:cNvPicPr>
          <p:nvPr/>
        </p:nvPicPr>
        <p:blipFill>
          <a:blip r:embed="rId6"/>
          <a:stretch>
            <a:fillRect/>
          </a:stretch>
        </p:blipFill>
        <p:spPr>
          <a:xfrm>
            <a:off x="896112" y="5939028"/>
            <a:ext cx="219456" cy="219456"/>
          </a:xfrm>
          <a:prstGeom prst="rect">
            <a:avLst/>
          </a:prstGeom>
        </p:spPr>
      </p:pic>
      <p:sp>
        <p:nvSpPr>
          <p:cNvPr id="22" name="Text 16"/>
          <p:cNvSpPr/>
          <p:nvPr/>
        </p:nvSpPr>
        <p:spPr>
          <a:xfrm>
            <a:off x="1417320" y="5742432"/>
            <a:ext cx="4297680" cy="320040"/>
          </a:xfrm>
          <a:prstGeom prst="rect">
            <a:avLst/>
          </a:prstGeom>
          <a:noFill/>
          <a:ln/>
        </p:spPr>
        <p:txBody>
          <a:bodyPr wrap="square" lIns="0" tIns="0" rIns="0" bIns="0" rtlCol="0" anchor="ctr"/>
          <a:lstStyle/>
          <a:p>
            <a:pPr marL="0" indent="0">
              <a:buNone/>
            </a:pPr>
            <a:r>
              <a:rPr lang="en-US" sz="1450" b="1" dirty="0">
                <a:solidFill>
                  <a:srgbClr val="16233F"/>
                </a:solidFill>
                <a:latin typeface="Calibri" pitchFamily="34" charset="0"/>
                <a:ea typeface="Calibri" pitchFamily="34" charset="-122"/>
                <a:cs typeface="Calibri" pitchFamily="34" charset="-120"/>
              </a:rPr>
              <a:t>SQL Business Analysis</a:t>
            </a:r>
            <a:endParaRPr lang="en-US" sz="1450" dirty="0"/>
          </a:p>
        </p:txBody>
      </p:sp>
      <p:sp>
        <p:nvSpPr>
          <p:cNvPr id="23" name="Text 17"/>
          <p:cNvSpPr/>
          <p:nvPr/>
        </p:nvSpPr>
        <p:spPr>
          <a:xfrm>
            <a:off x="1417320" y="5934456"/>
            <a:ext cx="4297680" cy="594360"/>
          </a:xfrm>
          <a:prstGeom prst="rect">
            <a:avLst/>
          </a:prstGeom>
          <a:noFill/>
          <a:ln/>
        </p:spPr>
        <p:txBody>
          <a:bodyPr wrap="square" lIns="0" tIns="0" rIns="0" bIns="0" rtlCol="0" anchor="ctr"/>
          <a:lstStyle/>
          <a:p>
            <a:pPr marL="0" indent="0">
              <a:lnSpc>
                <a:spcPct val="115000"/>
              </a:lnSpc>
              <a:buNone/>
            </a:pPr>
            <a:r>
              <a:rPr lang="en-US" sz="1050" dirty="0">
                <a:solidFill>
                  <a:srgbClr val="5B6B82"/>
                </a:solidFill>
                <a:latin typeface="Calibri" pitchFamily="34" charset="0"/>
                <a:ea typeface="Calibri" pitchFamily="34" charset="-122"/>
                <a:cs typeface="Calibri" pitchFamily="34" charset="-120"/>
              </a:rPr>
              <a:t>18 business questions answered directly in SQL</a:t>
            </a:r>
            <a:endParaRPr lang="en-US" sz="1050" dirty="0"/>
          </a:p>
        </p:txBody>
      </p:sp>
      <p:sp>
        <p:nvSpPr>
          <p:cNvPr id="24" name="Shape 18"/>
          <p:cNvSpPr/>
          <p:nvPr/>
        </p:nvSpPr>
        <p:spPr>
          <a:xfrm>
            <a:off x="6172200" y="1325880"/>
            <a:ext cx="5349240" cy="1188720"/>
          </a:xfrm>
          <a:prstGeom prst="roundRect">
            <a:avLst>
              <a:gd name="adj" fmla="val 6154"/>
            </a:avLst>
          </a:prstGeom>
          <a:solidFill>
            <a:srgbClr val="F5F8FB"/>
          </a:solidFill>
          <a:ln/>
          <a:effectLst>
            <a:outerShdw blurRad="76200" dist="25400" dir="5400000" algn="bl" rotWithShape="0">
              <a:srgbClr val="000000">
                <a:alpha val="8000"/>
              </a:srgbClr>
            </a:outerShdw>
          </a:effectLst>
        </p:spPr>
        <p:txBody>
          <a:bodyPr/>
          <a:lstStyle/>
          <a:p>
            <a:endParaRPr lang="en-IN" dirty="0"/>
          </a:p>
        </p:txBody>
      </p:sp>
      <p:sp>
        <p:nvSpPr>
          <p:cNvPr id="25" name="Shape 19"/>
          <p:cNvSpPr/>
          <p:nvPr/>
        </p:nvSpPr>
        <p:spPr>
          <a:xfrm>
            <a:off x="6364224" y="1657350"/>
            <a:ext cx="457200" cy="457200"/>
          </a:xfrm>
          <a:prstGeom prst="ellipse">
            <a:avLst/>
          </a:prstGeom>
          <a:solidFill>
            <a:srgbClr val="0E7C86"/>
          </a:solidFill>
          <a:ln/>
        </p:spPr>
        <p:txBody>
          <a:bodyPr/>
          <a:lstStyle/>
          <a:p>
            <a:endParaRPr lang="en-IN" dirty="0"/>
          </a:p>
        </p:txBody>
      </p:sp>
      <p:pic>
        <p:nvPicPr>
          <p:cNvPr id="26" name="Image 4" descr="/home/claude/ppt/icons/table.png"/>
          <p:cNvPicPr>
            <a:picLocks noChangeAspect="1"/>
          </p:cNvPicPr>
          <p:nvPr/>
        </p:nvPicPr>
        <p:blipFill>
          <a:blip r:embed="rId7"/>
          <a:stretch>
            <a:fillRect/>
          </a:stretch>
        </p:blipFill>
        <p:spPr>
          <a:xfrm>
            <a:off x="6473952" y="1767078"/>
            <a:ext cx="219456" cy="219456"/>
          </a:xfrm>
          <a:prstGeom prst="rect">
            <a:avLst/>
          </a:prstGeom>
        </p:spPr>
      </p:pic>
      <p:sp>
        <p:nvSpPr>
          <p:cNvPr id="27" name="Text 20"/>
          <p:cNvSpPr/>
          <p:nvPr/>
        </p:nvSpPr>
        <p:spPr>
          <a:xfrm>
            <a:off x="6998208" y="1549908"/>
            <a:ext cx="4297680" cy="320040"/>
          </a:xfrm>
          <a:prstGeom prst="rect">
            <a:avLst/>
          </a:prstGeom>
          <a:noFill/>
          <a:ln/>
        </p:spPr>
        <p:txBody>
          <a:bodyPr wrap="square" lIns="0" tIns="0" rIns="0" bIns="0" rtlCol="0" anchor="ctr"/>
          <a:lstStyle/>
          <a:p>
            <a:pPr marL="0" indent="0">
              <a:buNone/>
            </a:pPr>
            <a:r>
              <a:rPr lang="en-US" sz="1450" b="1" dirty="0">
                <a:solidFill>
                  <a:srgbClr val="16233F"/>
                </a:solidFill>
                <a:latin typeface="Calibri" pitchFamily="34" charset="0"/>
                <a:ea typeface="Calibri" pitchFamily="34" charset="-122"/>
                <a:cs typeface="Calibri" pitchFamily="34" charset="-120"/>
              </a:rPr>
              <a:t>Power BI Dashboard</a:t>
            </a:r>
            <a:endParaRPr lang="en-US" sz="1450" dirty="0"/>
          </a:p>
        </p:txBody>
      </p:sp>
      <p:sp>
        <p:nvSpPr>
          <p:cNvPr id="28" name="Text 21"/>
          <p:cNvSpPr/>
          <p:nvPr/>
        </p:nvSpPr>
        <p:spPr>
          <a:xfrm>
            <a:off x="7013448" y="1746504"/>
            <a:ext cx="4297680" cy="594360"/>
          </a:xfrm>
          <a:prstGeom prst="rect">
            <a:avLst/>
          </a:prstGeom>
          <a:noFill/>
          <a:ln/>
        </p:spPr>
        <p:txBody>
          <a:bodyPr wrap="square" lIns="0" tIns="0" rIns="0" bIns="0" rtlCol="0" anchor="ctr"/>
          <a:lstStyle/>
          <a:p>
            <a:pPr marL="0" indent="0">
              <a:lnSpc>
                <a:spcPct val="115000"/>
              </a:lnSpc>
              <a:buNone/>
            </a:pPr>
            <a:r>
              <a:rPr lang="en-US" sz="1050" dirty="0">
                <a:solidFill>
                  <a:srgbClr val="5B6B82"/>
                </a:solidFill>
                <a:latin typeface="Calibri" pitchFamily="34" charset="0"/>
                <a:ea typeface="Calibri" pitchFamily="34" charset="-122"/>
                <a:cs typeface="Calibri" pitchFamily="34" charset="-120"/>
              </a:rPr>
              <a:t>Interactive KPI dashboard for stakeholders</a:t>
            </a:r>
            <a:endParaRPr lang="en-US" sz="1050" dirty="0"/>
          </a:p>
        </p:txBody>
      </p:sp>
      <p:sp>
        <p:nvSpPr>
          <p:cNvPr id="29" name="Shape 22"/>
          <p:cNvSpPr/>
          <p:nvPr/>
        </p:nvSpPr>
        <p:spPr>
          <a:xfrm>
            <a:off x="6172200" y="2722626"/>
            <a:ext cx="5349240" cy="1188720"/>
          </a:xfrm>
          <a:prstGeom prst="roundRect">
            <a:avLst>
              <a:gd name="adj" fmla="val 6154"/>
            </a:avLst>
          </a:prstGeom>
          <a:solidFill>
            <a:srgbClr val="F5F8FB"/>
          </a:solidFill>
          <a:ln/>
          <a:effectLst>
            <a:outerShdw blurRad="76200" dist="25400" dir="5400000" algn="bl" rotWithShape="0">
              <a:srgbClr val="000000">
                <a:alpha val="8000"/>
              </a:srgbClr>
            </a:outerShdw>
          </a:effectLst>
        </p:spPr>
        <p:txBody>
          <a:bodyPr/>
          <a:lstStyle/>
          <a:p>
            <a:endParaRPr lang="en-IN" dirty="0"/>
          </a:p>
        </p:txBody>
      </p:sp>
      <p:sp>
        <p:nvSpPr>
          <p:cNvPr id="30" name="Shape 23"/>
          <p:cNvSpPr/>
          <p:nvPr/>
        </p:nvSpPr>
        <p:spPr>
          <a:xfrm>
            <a:off x="6400800" y="3095244"/>
            <a:ext cx="457200" cy="457200"/>
          </a:xfrm>
          <a:prstGeom prst="ellipse">
            <a:avLst/>
          </a:prstGeom>
          <a:solidFill>
            <a:srgbClr val="0E7C86"/>
          </a:solidFill>
          <a:ln/>
        </p:spPr>
        <p:txBody>
          <a:bodyPr/>
          <a:lstStyle/>
          <a:p>
            <a:endParaRPr lang="en-IN" dirty="0"/>
          </a:p>
        </p:txBody>
      </p:sp>
      <p:pic>
        <p:nvPicPr>
          <p:cNvPr id="31" name="Image 5" descr="/home/claude/ppt/icons/brain.png"/>
          <p:cNvPicPr>
            <a:picLocks noChangeAspect="1"/>
          </p:cNvPicPr>
          <p:nvPr/>
        </p:nvPicPr>
        <p:blipFill>
          <a:blip r:embed="rId8"/>
          <a:stretch>
            <a:fillRect/>
          </a:stretch>
        </p:blipFill>
        <p:spPr>
          <a:xfrm>
            <a:off x="6519672" y="3216402"/>
            <a:ext cx="219456" cy="219456"/>
          </a:xfrm>
          <a:prstGeom prst="rect">
            <a:avLst/>
          </a:prstGeom>
        </p:spPr>
      </p:pic>
      <p:sp>
        <p:nvSpPr>
          <p:cNvPr id="32" name="Text 24"/>
          <p:cNvSpPr/>
          <p:nvPr/>
        </p:nvSpPr>
        <p:spPr>
          <a:xfrm>
            <a:off x="7040880" y="2923794"/>
            <a:ext cx="4297680" cy="320040"/>
          </a:xfrm>
          <a:prstGeom prst="rect">
            <a:avLst/>
          </a:prstGeom>
          <a:noFill/>
          <a:ln/>
        </p:spPr>
        <p:txBody>
          <a:bodyPr wrap="square" lIns="0" tIns="0" rIns="0" bIns="0" rtlCol="0" anchor="ctr"/>
          <a:lstStyle/>
          <a:p>
            <a:pPr marL="0" indent="0">
              <a:buNone/>
            </a:pPr>
            <a:r>
              <a:rPr lang="en-US" sz="1450" b="1" dirty="0">
                <a:solidFill>
                  <a:srgbClr val="16233F"/>
                </a:solidFill>
                <a:latin typeface="Calibri" pitchFamily="34" charset="0"/>
                <a:ea typeface="Calibri" pitchFamily="34" charset="-122"/>
                <a:cs typeface="Calibri" pitchFamily="34" charset="-120"/>
              </a:rPr>
              <a:t>Machine Learning Experiments</a:t>
            </a:r>
            <a:endParaRPr lang="en-US" sz="1450" dirty="0"/>
          </a:p>
        </p:txBody>
      </p:sp>
      <p:sp>
        <p:nvSpPr>
          <p:cNvPr id="33" name="Text 25"/>
          <p:cNvSpPr/>
          <p:nvPr/>
        </p:nvSpPr>
        <p:spPr>
          <a:xfrm>
            <a:off x="7040880" y="3190113"/>
            <a:ext cx="4297680" cy="594360"/>
          </a:xfrm>
          <a:prstGeom prst="rect">
            <a:avLst/>
          </a:prstGeom>
          <a:noFill/>
          <a:ln/>
        </p:spPr>
        <p:txBody>
          <a:bodyPr wrap="square" lIns="0" tIns="0" rIns="0" bIns="0" rtlCol="0" anchor="ctr"/>
          <a:lstStyle/>
          <a:p>
            <a:pPr marL="0" indent="0">
              <a:lnSpc>
                <a:spcPct val="115000"/>
              </a:lnSpc>
              <a:buNone/>
            </a:pPr>
            <a:r>
              <a:rPr lang="en-US" sz="1050" dirty="0">
                <a:solidFill>
                  <a:srgbClr val="5B6B82"/>
                </a:solidFill>
                <a:latin typeface="Calibri" pitchFamily="34" charset="0"/>
                <a:ea typeface="Calibri" pitchFamily="34" charset="-122"/>
                <a:cs typeface="Calibri" pitchFamily="34" charset="-120"/>
              </a:rPr>
              <a:t>4 experiments: Logistic Regression, transformations, class weighting, tree models</a:t>
            </a:r>
            <a:endParaRPr lang="en-US" sz="1050" dirty="0"/>
          </a:p>
        </p:txBody>
      </p:sp>
      <p:sp>
        <p:nvSpPr>
          <p:cNvPr id="34" name="Shape 26"/>
          <p:cNvSpPr/>
          <p:nvPr/>
        </p:nvSpPr>
        <p:spPr>
          <a:xfrm>
            <a:off x="6172200" y="4144518"/>
            <a:ext cx="5349240" cy="1188720"/>
          </a:xfrm>
          <a:prstGeom prst="roundRect">
            <a:avLst>
              <a:gd name="adj" fmla="val 6154"/>
            </a:avLst>
          </a:prstGeom>
          <a:solidFill>
            <a:srgbClr val="F5F8FB"/>
          </a:solidFill>
          <a:ln/>
          <a:effectLst>
            <a:outerShdw blurRad="76200" dist="25400" dir="5400000" algn="bl" rotWithShape="0">
              <a:srgbClr val="000000">
                <a:alpha val="8000"/>
              </a:srgbClr>
            </a:outerShdw>
          </a:effectLst>
        </p:spPr>
        <p:txBody>
          <a:bodyPr/>
          <a:lstStyle/>
          <a:p>
            <a:endParaRPr lang="en-IN" dirty="0"/>
          </a:p>
        </p:txBody>
      </p:sp>
      <p:sp>
        <p:nvSpPr>
          <p:cNvPr id="35" name="Shape 27"/>
          <p:cNvSpPr/>
          <p:nvPr/>
        </p:nvSpPr>
        <p:spPr>
          <a:xfrm>
            <a:off x="6400800" y="4466844"/>
            <a:ext cx="457200" cy="457200"/>
          </a:xfrm>
          <a:prstGeom prst="ellipse">
            <a:avLst/>
          </a:prstGeom>
          <a:solidFill>
            <a:srgbClr val="0E7C86"/>
          </a:solidFill>
          <a:ln/>
        </p:spPr>
        <p:txBody>
          <a:bodyPr/>
          <a:lstStyle/>
          <a:p>
            <a:endParaRPr lang="en-IN" dirty="0"/>
          </a:p>
        </p:txBody>
      </p:sp>
      <p:pic>
        <p:nvPicPr>
          <p:cNvPr id="36" name="Image 6" descr="/home/claude/ppt/icons/trophy.png"/>
          <p:cNvPicPr>
            <a:picLocks noChangeAspect="1"/>
          </p:cNvPicPr>
          <p:nvPr/>
        </p:nvPicPr>
        <p:blipFill>
          <a:blip r:embed="rId9"/>
          <a:stretch>
            <a:fillRect/>
          </a:stretch>
        </p:blipFill>
        <p:spPr>
          <a:xfrm>
            <a:off x="6519672" y="4576572"/>
            <a:ext cx="219456" cy="219456"/>
          </a:xfrm>
          <a:prstGeom prst="rect">
            <a:avLst/>
          </a:prstGeom>
        </p:spPr>
      </p:pic>
      <p:sp>
        <p:nvSpPr>
          <p:cNvPr id="37" name="Text 28"/>
          <p:cNvSpPr/>
          <p:nvPr/>
        </p:nvSpPr>
        <p:spPr>
          <a:xfrm>
            <a:off x="7040880" y="4347972"/>
            <a:ext cx="4297680" cy="320040"/>
          </a:xfrm>
          <a:prstGeom prst="rect">
            <a:avLst/>
          </a:prstGeom>
          <a:noFill/>
          <a:ln/>
        </p:spPr>
        <p:txBody>
          <a:bodyPr wrap="square" lIns="0" tIns="0" rIns="0" bIns="0" rtlCol="0" anchor="ctr"/>
          <a:lstStyle/>
          <a:p>
            <a:pPr marL="0" indent="0">
              <a:buNone/>
            </a:pPr>
            <a:r>
              <a:rPr lang="en-US" sz="1450" b="1" dirty="0">
                <a:solidFill>
                  <a:srgbClr val="16233F"/>
                </a:solidFill>
                <a:latin typeface="Calibri" pitchFamily="34" charset="0"/>
                <a:ea typeface="Calibri" pitchFamily="34" charset="-122"/>
                <a:cs typeface="Calibri" pitchFamily="34" charset="-120"/>
              </a:rPr>
              <a:t>Final Model &amp; Recommendations</a:t>
            </a:r>
            <a:endParaRPr lang="en-US" sz="1450" dirty="0"/>
          </a:p>
        </p:txBody>
      </p:sp>
      <p:sp>
        <p:nvSpPr>
          <p:cNvPr id="38" name="Text 29"/>
          <p:cNvSpPr/>
          <p:nvPr/>
        </p:nvSpPr>
        <p:spPr>
          <a:xfrm>
            <a:off x="7040880" y="4526280"/>
            <a:ext cx="4297680" cy="594360"/>
          </a:xfrm>
          <a:prstGeom prst="rect">
            <a:avLst/>
          </a:prstGeom>
          <a:noFill/>
          <a:ln/>
        </p:spPr>
        <p:txBody>
          <a:bodyPr wrap="square" lIns="0" tIns="0" rIns="0" bIns="0" rtlCol="0" anchor="ctr"/>
          <a:lstStyle/>
          <a:p>
            <a:pPr marL="0" indent="0">
              <a:lnSpc>
                <a:spcPct val="115000"/>
              </a:lnSpc>
              <a:buNone/>
            </a:pPr>
            <a:r>
              <a:rPr lang="en-US" sz="1050" dirty="0">
                <a:solidFill>
                  <a:srgbClr val="5B6B82"/>
                </a:solidFill>
                <a:latin typeface="Calibri" pitchFamily="34" charset="0"/>
                <a:ea typeface="Calibri" pitchFamily="34" charset="-122"/>
                <a:cs typeface="Calibri" pitchFamily="34" charset="-120"/>
              </a:rPr>
              <a:t>Model comparison, ranking, and business recommendations</a:t>
            </a:r>
            <a:endParaRPr lang="en-US" sz="1050" dirty="0"/>
          </a:p>
        </p:txBody>
      </p:sp>
      <p:sp>
        <p:nvSpPr>
          <p:cNvPr id="39" name="Text 30"/>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 / 20</a:t>
            </a:r>
            <a:endParaRPr lang="en-US" sz="900" dirty="0"/>
          </a:p>
        </p:txBody>
      </p:sp>
      <p:sp>
        <p:nvSpPr>
          <p:cNvPr id="40" name="Text 31"/>
          <p:cNvSpPr/>
          <p:nvPr/>
        </p:nvSpPr>
        <p:spPr>
          <a:xfrm>
            <a:off x="6149340" y="6492240"/>
            <a:ext cx="564642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BUSINESS UNDERSTANDING</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Problem Statement &amp; Objectives</a:t>
            </a:r>
            <a:endParaRPr lang="en-US" sz="3000" dirty="0"/>
          </a:p>
        </p:txBody>
      </p:sp>
      <p:sp>
        <p:nvSpPr>
          <p:cNvPr id="4" name="Shape 2"/>
          <p:cNvSpPr/>
          <p:nvPr/>
        </p:nvSpPr>
        <p:spPr>
          <a:xfrm>
            <a:off x="548640" y="1600200"/>
            <a:ext cx="5394960" cy="4434840"/>
          </a:xfrm>
          <a:prstGeom prst="roundRect">
            <a:avLst>
              <a:gd name="adj" fmla="val 1649"/>
            </a:avLst>
          </a:prstGeom>
          <a:solidFill>
            <a:srgbClr val="16233F"/>
          </a:solidFill>
          <a:ln/>
          <a:effectLst>
            <a:outerShdw blurRad="101600" dist="38100" dir="5400000" algn="bl" rotWithShape="0">
              <a:srgbClr val="000000">
                <a:alpha val="10000"/>
              </a:srgbClr>
            </a:outerShdw>
          </a:effectLst>
        </p:spPr>
        <p:txBody>
          <a:bodyPr/>
          <a:lstStyle/>
          <a:p>
            <a:endParaRPr lang="en-IN" dirty="0"/>
          </a:p>
        </p:txBody>
      </p:sp>
      <p:sp>
        <p:nvSpPr>
          <p:cNvPr id="5" name="Shape 3"/>
          <p:cNvSpPr/>
          <p:nvPr/>
        </p:nvSpPr>
        <p:spPr>
          <a:xfrm>
            <a:off x="868680" y="1874520"/>
            <a:ext cx="502920" cy="502920"/>
          </a:xfrm>
          <a:prstGeom prst="ellipse">
            <a:avLst/>
          </a:prstGeom>
          <a:solidFill>
            <a:srgbClr val="F2A93B"/>
          </a:solidFill>
          <a:ln/>
        </p:spPr>
        <p:txBody>
          <a:bodyPr/>
          <a:lstStyle/>
          <a:p>
            <a:endParaRPr lang="en-IN" dirty="0"/>
          </a:p>
        </p:txBody>
      </p:sp>
      <p:pic>
        <p:nvPicPr>
          <p:cNvPr id="6" name="Image 0" descr="/home/claude/ppt/icons/warning.png"/>
          <p:cNvPicPr>
            <a:picLocks noChangeAspect="1"/>
          </p:cNvPicPr>
          <p:nvPr/>
        </p:nvPicPr>
        <p:blipFill>
          <a:blip r:embed="rId3"/>
          <a:stretch>
            <a:fillRect/>
          </a:stretch>
        </p:blipFill>
        <p:spPr>
          <a:xfrm>
            <a:off x="987552" y="1993392"/>
            <a:ext cx="265176" cy="265176"/>
          </a:xfrm>
          <a:prstGeom prst="rect">
            <a:avLst/>
          </a:prstGeom>
        </p:spPr>
      </p:pic>
      <p:sp>
        <p:nvSpPr>
          <p:cNvPr id="7" name="Text 4"/>
          <p:cNvSpPr/>
          <p:nvPr/>
        </p:nvSpPr>
        <p:spPr>
          <a:xfrm>
            <a:off x="1508760" y="1938528"/>
            <a:ext cx="41148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The Problem</a:t>
            </a:r>
            <a:endParaRPr lang="en-US" sz="1700" dirty="0"/>
          </a:p>
        </p:txBody>
      </p:sp>
      <p:sp>
        <p:nvSpPr>
          <p:cNvPr id="8" name="Text 5"/>
          <p:cNvSpPr/>
          <p:nvPr/>
        </p:nvSpPr>
        <p:spPr>
          <a:xfrm>
            <a:off x="868680" y="2606040"/>
            <a:ext cx="4754880" cy="1554480"/>
          </a:xfrm>
          <a:prstGeom prst="rect">
            <a:avLst/>
          </a:prstGeom>
          <a:noFill/>
          <a:ln/>
        </p:spPr>
        <p:txBody>
          <a:bodyPr wrap="square" lIns="0" tIns="0" rIns="0" bIns="0" rtlCol="0" anchor="ctr"/>
          <a:lstStyle/>
          <a:p>
            <a:pPr marL="0" indent="0">
              <a:lnSpc>
                <a:spcPct val="130000"/>
              </a:lnSpc>
              <a:buNone/>
            </a:pPr>
            <a:r>
              <a:rPr lang="en-US" sz="1250" dirty="0">
                <a:solidFill>
                  <a:srgbClr val="D3DCEC"/>
                </a:solidFill>
                <a:latin typeface="Calibri" pitchFamily="34" charset="0"/>
                <a:ea typeface="Calibri" pitchFamily="34" charset="-122"/>
                <a:cs typeface="Calibri" pitchFamily="34" charset="-120"/>
              </a:rPr>
              <a:t>E-commerce businesses often struggle to understand why some users purchase products while others leave the website without converting. Most visitors browse and exit without buying, and businesses need to know which behavioral signals separate buyers from non-buyers.</a:t>
            </a:r>
            <a:endParaRPr lang="en-US" sz="1250" dirty="0"/>
          </a:p>
        </p:txBody>
      </p:sp>
      <p:sp>
        <p:nvSpPr>
          <p:cNvPr id="9" name="Text 6"/>
          <p:cNvSpPr/>
          <p:nvPr/>
        </p:nvSpPr>
        <p:spPr>
          <a:xfrm>
            <a:off x="868680" y="4251960"/>
            <a:ext cx="4754880" cy="1554480"/>
          </a:xfrm>
          <a:prstGeom prst="rect">
            <a:avLst/>
          </a:prstGeom>
          <a:noFill/>
          <a:ln/>
        </p:spPr>
        <p:txBody>
          <a:bodyPr wrap="square" lIns="0" tIns="0" rIns="0" bIns="0" rtlCol="0" anchor="ctr"/>
          <a:lstStyle/>
          <a:p>
            <a:pPr marL="0" indent="0">
              <a:lnSpc>
                <a:spcPct val="130000"/>
              </a:lnSpc>
              <a:buNone/>
            </a:pPr>
            <a:r>
              <a:rPr lang="en-US" sz="1250" dirty="0">
                <a:solidFill>
                  <a:srgbClr val="D3DCEC"/>
                </a:solidFill>
                <a:latin typeface="Calibri" pitchFamily="34" charset="0"/>
                <a:ea typeface="Calibri" pitchFamily="34" charset="-122"/>
                <a:cs typeface="Calibri" pitchFamily="34" charset="-120"/>
              </a:rPr>
              <a:t>The goal is to build a machine learning model that predicts whether a visitor is likely to make a purchase, based on browsing behavior, session characteristics, and website interaction data.</a:t>
            </a:r>
            <a:endParaRPr lang="en-US" sz="1250" dirty="0"/>
          </a:p>
        </p:txBody>
      </p:sp>
      <p:sp>
        <p:nvSpPr>
          <p:cNvPr id="10" name="Shape 7"/>
          <p:cNvSpPr/>
          <p:nvPr/>
        </p:nvSpPr>
        <p:spPr>
          <a:xfrm>
            <a:off x="6263640" y="1645920"/>
            <a:ext cx="457200" cy="457200"/>
          </a:xfrm>
          <a:prstGeom prst="ellipse">
            <a:avLst/>
          </a:prstGeom>
          <a:solidFill>
            <a:srgbClr val="0E7C86"/>
          </a:solidFill>
          <a:ln/>
        </p:spPr>
        <p:txBody>
          <a:bodyPr/>
          <a:lstStyle/>
          <a:p>
            <a:endParaRPr lang="en-IN" dirty="0"/>
          </a:p>
        </p:txBody>
      </p:sp>
      <p:pic>
        <p:nvPicPr>
          <p:cNvPr id="11" name="Image 1" descr="/home/claude/ppt/icons/target.png"/>
          <p:cNvPicPr>
            <a:picLocks noChangeAspect="1"/>
          </p:cNvPicPr>
          <p:nvPr/>
        </p:nvPicPr>
        <p:blipFill>
          <a:blip r:embed="rId4"/>
          <a:stretch>
            <a:fillRect/>
          </a:stretch>
        </p:blipFill>
        <p:spPr>
          <a:xfrm>
            <a:off x="6382512" y="1764792"/>
            <a:ext cx="219456" cy="219456"/>
          </a:xfrm>
          <a:prstGeom prst="rect">
            <a:avLst/>
          </a:prstGeom>
        </p:spPr>
      </p:pic>
      <p:sp>
        <p:nvSpPr>
          <p:cNvPr id="12" name="Text 8"/>
          <p:cNvSpPr/>
          <p:nvPr/>
        </p:nvSpPr>
        <p:spPr>
          <a:xfrm>
            <a:off x="6903720" y="1600200"/>
            <a:ext cx="4754880" cy="320040"/>
          </a:xfrm>
          <a:prstGeom prst="rect">
            <a:avLst/>
          </a:prstGeom>
          <a:noFill/>
          <a:ln/>
        </p:spPr>
        <p:txBody>
          <a:bodyPr wrap="square" lIns="0" tIns="0" rIns="0" bIns="0" rtlCol="0" anchor="ctr"/>
          <a:lstStyle/>
          <a:p>
            <a:pPr marL="0" indent="0">
              <a:buNone/>
            </a:pPr>
            <a:r>
              <a:rPr lang="en-US" sz="1400" b="1" dirty="0">
                <a:solidFill>
                  <a:srgbClr val="16233F"/>
                </a:solidFill>
                <a:latin typeface="Calibri" pitchFamily="34" charset="0"/>
                <a:ea typeface="Calibri" pitchFamily="34" charset="-122"/>
                <a:cs typeface="Calibri" pitchFamily="34" charset="-120"/>
              </a:rPr>
              <a:t>Predict Purchase Intent</a:t>
            </a:r>
            <a:endParaRPr lang="en-US" sz="1400" dirty="0"/>
          </a:p>
        </p:txBody>
      </p:sp>
      <p:sp>
        <p:nvSpPr>
          <p:cNvPr id="13" name="Text 9"/>
          <p:cNvSpPr/>
          <p:nvPr/>
        </p:nvSpPr>
        <p:spPr>
          <a:xfrm>
            <a:off x="6903720" y="1947672"/>
            <a:ext cx="4754880" cy="548640"/>
          </a:xfrm>
          <a:prstGeom prst="rect">
            <a:avLst/>
          </a:prstGeom>
          <a:noFill/>
          <a:ln/>
        </p:spPr>
        <p:txBody>
          <a:bodyPr wrap="square" lIns="0" tIns="0" rIns="0" bIns="0" rtlCol="0" anchor="ctr"/>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Classify sessions as revenue-generating or not, using browsing signals</a:t>
            </a:r>
            <a:endParaRPr lang="en-US" sz="1150" dirty="0"/>
          </a:p>
        </p:txBody>
      </p:sp>
      <p:sp>
        <p:nvSpPr>
          <p:cNvPr id="14" name="Shape 10"/>
          <p:cNvSpPr/>
          <p:nvPr/>
        </p:nvSpPr>
        <p:spPr>
          <a:xfrm>
            <a:off x="6263640" y="2724912"/>
            <a:ext cx="457200" cy="457200"/>
          </a:xfrm>
          <a:prstGeom prst="ellipse">
            <a:avLst/>
          </a:prstGeom>
          <a:solidFill>
            <a:srgbClr val="0E7C86"/>
          </a:solidFill>
          <a:ln/>
        </p:spPr>
        <p:txBody>
          <a:bodyPr/>
          <a:lstStyle/>
          <a:p>
            <a:endParaRPr lang="en-IN" dirty="0"/>
          </a:p>
        </p:txBody>
      </p:sp>
      <p:pic>
        <p:nvPicPr>
          <p:cNvPr id="15" name="Image 2" descr="/home/claude/ppt/icons/users.png"/>
          <p:cNvPicPr>
            <a:picLocks noChangeAspect="1"/>
          </p:cNvPicPr>
          <p:nvPr/>
        </p:nvPicPr>
        <p:blipFill>
          <a:blip r:embed="rId5"/>
          <a:stretch>
            <a:fillRect/>
          </a:stretch>
        </p:blipFill>
        <p:spPr>
          <a:xfrm>
            <a:off x="6382512" y="2843784"/>
            <a:ext cx="219456" cy="219456"/>
          </a:xfrm>
          <a:prstGeom prst="rect">
            <a:avLst/>
          </a:prstGeom>
        </p:spPr>
      </p:pic>
      <p:sp>
        <p:nvSpPr>
          <p:cNvPr id="16" name="Text 11"/>
          <p:cNvSpPr/>
          <p:nvPr/>
        </p:nvSpPr>
        <p:spPr>
          <a:xfrm>
            <a:off x="6903720" y="2679192"/>
            <a:ext cx="4754880" cy="320040"/>
          </a:xfrm>
          <a:prstGeom prst="rect">
            <a:avLst/>
          </a:prstGeom>
          <a:noFill/>
          <a:ln/>
        </p:spPr>
        <p:txBody>
          <a:bodyPr wrap="square" lIns="0" tIns="0" rIns="0" bIns="0" rtlCol="0" anchor="ctr"/>
          <a:lstStyle/>
          <a:p>
            <a:pPr marL="0" indent="0">
              <a:buNone/>
            </a:pPr>
            <a:r>
              <a:rPr lang="en-US" sz="1400" b="1" dirty="0">
                <a:solidFill>
                  <a:srgbClr val="16233F"/>
                </a:solidFill>
                <a:latin typeface="Calibri" pitchFamily="34" charset="0"/>
                <a:ea typeface="Calibri" pitchFamily="34" charset="-122"/>
                <a:cs typeface="Calibri" pitchFamily="34" charset="-120"/>
              </a:rPr>
              <a:t>Target High-Intent Visitors</a:t>
            </a:r>
            <a:endParaRPr lang="en-US" sz="1400" dirty="0"/>
          </a:p>
        </p:txBody>
      </p:sp>
      <p:sp>
        <p:nvSpPr>
          <p:cNvPr id="17" name="Text 12"/>
          <p:cNvSpPr/>
          <p:nvPr/>
        </p:nvSpPr>
        <p:spPr>
          <a:xfrm>
            <a:off x="6903720" y="3026664"/>
            <a:ext cx="4754880" cy="548640"/>
          </a:xfrm>
          <a:prstGeom prst="rect">
            <a:avLst/>
          </a:prstGeom>
          <a:noFill/>
          <a:ln/>
        </p:spPr>
        <p:txBody>
          <a:bodyPr wrap="square" lIns="0" tIns="0" rIns="0" bIns="0" rtlCol="0" anchor="ctr"/>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Help marketing teams personalize offers for likely buyers</a:t>
            </a:r>
            <a:endParaRPr lang="en-US" sz="1150" dirty="0"/>
          </a:p>
        </p:txBody>
      </p:sp>
      <p:sp>
        <p:nvSpPr>
          <p:cNvPr id="18" name="Shape 13"/>
          <p:cNvSpPr/>
          <p:nvPr/>
        </p:nvSpPr>
        <p:spPr>
          <a:xfrm>
            <a:off x="6263640" y="3803904"/>
            <a:ext cx="457200" cy="457200"/>
          </a:xfrm>
          <a:prstGeom prst="ellipse">
            <a:avLst/>
          </a:prstGeom>
          <a:solidFill>
            <a:srgbClr val="0E7C86"/>
          </a:solidFill>
          <a:ln/>
        </p:spPr>
        <p:txBody>
          <a:bodyPr/>
          <a:lstStyle/>
          <a:p>
            <a:endParaRPr lang="en-IN" dirty="0"/>
          </a:p>
        </p:txBody>
      </p:sp>
      <p:pic>
        <p:nvPicPr>
          <p:cNvPr id="19" name="Image 3" descr="/home/claude/ppt/icons/chart.png"/>
          <p:cNvPicPr>
            <a:picLocks noChangeAspect="1"/>
          </p:cNvPicPr>
          <p:nvPr/>
        </p:nvPicPr>
        <p:blipFill>
          <a:blip r:embed="rId6"/>
          <a:stretch>
            <a:fillRect/>
          </a:stretch>
        </p:blipFill>
        <p:spPr>
          <a:xfrm>
            <a:off x="6382512" y="3922776"/>
            <a:ext cx="219456" cy="219456"/>
          </a:xfrm>
          <a:prstGeom prst="rect">
            <a:avLst/>
          </a:prstGeom>
        </p:spPr>
      </p:pic>
      <p:sp>
        <p:nvSpPr>
          <p:cNvPr id="20" name="Text 14"/>
          <p:cNvSpPr/>
          <p:nvPr/>
        </p:nvSpPr>
        <p:spPr>
          <a:xfrm>
            <a:off x="6903720" y="3758184"/>
            <a:ext cx="4754880" cy="320040"/>
          </a:xfrm>
          <a:prstGeom prst="rect">
            <a:avLst/>
          </a:prstGeom>
          <a:noFill/>
          <a:ln/>
        </p:spPr>
        <p:txBody>
          <a:bodyPr wrap="square" lIns="0" tIns="0" rIns="0" bIns="0" rtlCol="0" anchor="ctr"/>
          <a:lstStyle/>
          <a:p>
            <a:pPr marL="0" indent="0">
              <a:buNone/>
            </a:pPr>
            <a:r>
              <a:rPr lang="en-US" sz="1400" b="1" dirty="0">
                <a:solidFill>
                  <a:srgbClr val="16233F"/>
                </a:solidFill>
                <a:latin typeface="Calibri" pitchFamily="34" charset="0"/>
                <a:ea typeface="Calibri" pitchFamily="34" charset="-122"/>
                <a:cs typeface="Calibri" pitchFamily="34" charset="-120"/>
              </a:rPr>
              <a:t>Improve Conversion Rate</a:t>
            </a:r>
            <a:endParaRPr lang="en-US" sz="1400" dirty="0"/>
          </a:p>
        </p:txBody>
      </p:sp>
      <p:sp>
        <p:nvSpPr>
          <p:cNvPr id="21" name="Text 15"/>
          <p:cNvSpPr/>
          <p:nvPr/>
        </p:nvSpPr>
        <p:spPr>
          <a:xfrm>
            <a:off x="6903720" y="4105656"/>
            <a:ext cx="4754880" cy="548640"/>
          </a:xfrm>
          <a:prstGeom prst="rect">
            <a:avLst/>
          </a:prstGeom>
          <a:noFill/>
          <a:ln/>
        </p:spPr>
        <p:txBody>
          <a:bodyPr wrap="square" lIns="0" tIns="0" rIns="0" bIns="0" rtlCol="0" anchor="ctr"/>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Turn behavioral insight into concrete conversion-boosting actions</a:t>
            </a:r>
            <a:endParaRPr lang="en-US" sz="1150" dirty="0"/>
          </a:p>
        </p:txBody>
      </p:sp>
      <p:sp>
        <p:nvSpPr>
          <p:cNvPr id="22" name="Shape 16"/>
          <p:cNvSpPr/>
          <p:nvPr/>
        </p:nvSpPr>
        <p:spPr>
          <a:xfrm>
            <a:off x="6263640" y="4882896"/>
            <a:ext cx="457200" cy="457200"/>
          </a:xfrm>
          <a:prstGeom prst="ellipse">
            <a:avLst/>
          </a:prstGeom>
          <a:solidFill>
            <a:srgbClr val="0E7C86"/>
          </a:solidFill>
          <a:ln/>
        </p:spPr>
        <p:txBody>
          <a:bodyPr/>
          <a:lstStyle/>
          <a:p>
            <a:endParaRPr lang="en-IN" dirty="0"/>
          </a:p>
        </p:txBody>
      </p:sp>
      <p:pic>
        <p:nvPicPr>
          <p:cNvPr id="23" name="Image 4" descr="/home/claude/ppt/icons/percent.png"/>
          <p:cNvPicPr>
            <a:picLocks noChangeAspect="1"/>
          </p:cNvPicPr>
          <p:nvPr/>
        </p:nvPicPr>
        <p:blipFill>
          <a:blip r:embed="rId7"/>
          <a:stretch>
            <a:fillRect/>
          </a:stretch>
        </p:blipFill>
        <p:spPr>
          <a:xfrm>
            <a:off x="6382512" y="5001768"/>
            <a:ext cx="219456" cy="219456"/>
          </a:xfrm>
          <a:prstGeom prst="rect">
            <a:avLst/>
          </a:prstGeom>
        </p:spPr>
      </p:pic>
      <p:sp>
        <p:nvSpPr>
          <p:cNvPr id="24" name="Text 17"/>
          <p:cNvSpPr/>
          <p:nvPr/>
        </p:nvSpPr>
        <p:spPr>
          <a:xfrm>
            <a:off x="6903720" y="4837176"/>
            <a:ext cx="4754880" cy="320040"/>
          </a:xfrm>
          <a:prstGeom prst="rect">
            <a:avLst/>
          </a:prstGeom>
          <a:noFill/>
          <a:ln/>
        </p:spPr>
        <p:txBody>
          <a:bodyPr wrap="square" lIns="0" tIns="0" rIns="0" bIns="0" rtlCol="0" anchor="ctr"/>
          <a:lstStyle/>
          <a:p>
            <a:pPr marL="0" indent="0">
              <a:buNone/>
            </a:pPr>
            <a:r>
              <a:rPr lang="en-US" sz="1400" b="1" dirty="0">
                <a:solidFill>
                  <a:srgbClr val="16233F"/>
                </a:solidFill>
                <a:latin typeface="Calibri" pitchFamily="34" charset="0"/>
                <a:ea typeface="Calibri" pitchFamily="34" charset="-122"/>
                <a:cs typeface="Calibri" pitchFamily="34" charset="-120"/>
              </a:rPr>
              <a:t>Reduce Wasted Spend</a:t>
            </a:r>
            <a:endParaRPr lang="en-US" sz="1400" dirty="0"/>
          </a:p>
        </p:txBody>
      </p:sp>
      <p:sp>
        <p:nvSpPr>
          <p:cNvPr id="25" name="Text 18"/>
          <p:cNvSpPr/>
          <p:nvPr/>
        </p:nvSpPr>
        <p:spPr>
          <a:xfrm>
            <a:off x="6903720" y="5184648"/>
            <a:ext cx="4754880" cy="548640"/>
          </a:xfrm>
          <a:prstGeom prst="rect">
            <a:avLst/>
          </a:prstGeom>
          <a:noFill/>
          <a:ln/>
        </p:spPr>
        <p:txBody>
          <a:bodyPr wrap="square" lIns="0" tIns="0" rIns="0" bIns="0" rtlCol="0" anchor="ctr"/>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Identify low-quality traffic and disengaged segments to cut costs</a:t>
            </a:r>
            <a:endParaRPr lang="en-US" sz="1150" dirty="0"/>
          </a:p>
        </p:txBody>
      </p:sp>
      <p:sp>
        <p:nvSpPr>
          <p:cNvPr id="26" name="Text 19"/>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 / 20</a:t>
            </a:r>
            <a:endParaRPr lang="en-US" sz="900" dirty="0"/>
          </a:p>
        </p:txBody>
      </p:sp>
      <p:sp>
        <p:nvSpPr>
          <p:cNvPr id="27" name="Text 20"/>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THE DATA</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Dataset Overview</a:t>
            </a:r>
            <a:endParaRPr lang="en-US" sz="3000" dirty="0"/>
          </a:p>
        </p:txBody>
      </p:sp>
      <p:sp>
        <p:nvSpPr>
          <p:cNvPr id="4" name="Shape 2"/>
          <p:cNvSpPr/>
          <p:nvPr/>
        </p:nvSpPr>
        <p:spPr>
          <a:xfrm>
            <a:off x="548640" y="1645920"/>
            <a:ext cx="2606040" cy="1188720"/>
          </a:xfrm>
          <a:prstGeom prst="roundRect">
            <a:avLst>
              <a:gd name="adj" fmla="val 6154"/>
            </a:avLst>
          </a:prstGeom>
          <a:solidFill>
            <a:srgbClr val="F5F8FB"/>
          </a:solidFill>
          <a:ln/>
          <a:effectLst>
            <a:outerShdw blurRad="63500" dist="25400" dir="5400000" algn="bl" rotWithShape="0">
              <a:srgbClr val="000000">
                <a:alpha val="7000"/>
              </a:srgbClr>
            </a:outerShdw>
          </a:effectLst>
        </p:spPr>
        <p:txBody>
          <a:bodyPr/>
          <a:lstStyle/>
          <a:p>
            <a:endParaRPr lang="en-IN" dirty="0"/>
          </a:p>
        </p:txBody>
      </p:sp>
      <p:sp>
        <p:nvSpPr>
          <p:cNvPr id="5" name="Text 3"/>
          <p:cNvSpPr/>
          <p:nvPr/>
        </p:nvSpPr>
        <p:spPr>
          <a:xfrm>
            <a:off x="548640" y="1755648"/>
            <a:ext cx="2606040" cy="548640"/>
          </a:xfrm>
          <a:prstGeom prst="rect">
            <a:avLst/>
          </a:prstGeom>
          <a:noFill/>
          <a:ln/>
        </p:spPr>
        <p:txBody>
          <a:bodyPr wrap="square" lIns="0" tIns="0" rIns="0" bIns="0" rtlCol="0" anchor="ctr"/>
          <a:lstStyle/>
          <a:p>
            <a:pPr marL="0" indent="0" algn="ctr">
              <a:buNone/>
            </a:pPr>
            <a:r>
              <a:rPr lang="en-US" sz="3000" b="1" dirty="0">
                <a:solidFill>
                  <a:srgbClr val="0E7C86"/>
                </a:solidFill>
                <a:latin typeface="Cambria" pitchFamily="34" charset="0"/>
                <a:ea typeface="Cambria" pitchFamily="34" charset="-122"/>
                <a:cs typeface="Cambria" pitchFamily="34" charset="-120"/>
              </a:rPr>
              <a:t>12,330</a:t>
            </a:r>
            <a:endParaRPr lang="en-US" sz="3000" dirty="0"/>
          </a:p>
        </p:txBody>
      </p:sp>
      <p:sp>
        <p:nvSpPr>
          <p:cNvPr id="6" name="Text 4"/>
          <p:cNvSpPr/>
          <p:nvPr/>
        </p:nvSpPr>
        <p:spPr>
          <a:xfrm>
            <a:off x="548640" y="2331720"/>
            <a:ext cx="2606040" cy="411480"/>
          </a:xfrm>
          <a:prstGeom prst="rect">
            <a:avLst/>
          </a:prstGeom>
          <a:noFill/>
          <a:ln/>
        </p:spPr>
        <p:txBody>
          <a:bodyPr wrap="square" lIns="0" tIns="0" rIns="0" bIns="0" rtlCol="0" anchor="ctr"/>
          <a:lstStyle/>
          <a:p>
            <a:pPr marL="0" indent="0" algn="ctr">
              <a:buNone/>
            </a:pPr>
            <a:r>
              <a:rPr lang="en-US" sz="1100" dirty="0">
                <a:solidFill>
                  <a:srgbClr val="5B6B82"/>
                </a:solidFill>
                <a:latin typeface="Calibri" pitchFamily="34" charset="0"/>
                <a:ea typeface="Calibri" pitchFamily="34" charset="-122"/>
                <a:cs typeface="Calibri" pitchFamily="34" charset="-120"/>
              </a:rPr>
              <a:t>Total Sessions</a:t>
            </a:r>
            <a:endParaRPr lang="en-US" sz="1100" dirty="0"/>
          </a:p>
        </p:txBody>
      </p:sp>
      <p:sp>
        <p:nvSpPr>
          <p:cNvPr id="7" name="Shape 5"/>
          <p:cNvSpPr/>
          <p:nvPr/>
        </p:nvSpPr>
        <p:spPr>
          <a:xfrm>
            <a:off x="3337560" y="1645920"/>
            <a:ext cx="2606040" cy="1188720"/>
          </a:xfrm>
          <a:prstGeom prst="roundRect">
            <a:avLst>
              <a:gd name="adj" fmla="val 6154"/>
            </a:avLst>
          </a:prstGeom>
          <a:solidFill>
            <a:srgbClr val="F5F8FB"/>
          </a:solidFill>
          <a:ln/>
          <a:effectLst>
            <a:outerShdw blurRad="63500" dist="25400" dir="5400000" algn="bl" rotWithShape="0">
              <a:srgbClr val="000000">
                <a:alpha val="7000"/>
              </a:srgbClr>
            </a:outerShdw>
          </a:effectLst>
        </p:spPr>
        <p:txBody>
          <a:bodyPr/>
          <a:lstStyle/>
          <a:p>
            <a:endParaRPr lang="en-IN" dirty="0"/>
          </a:p>
        </p:txBody>
      </p:sp>
      <p:sp>
        <p:nvSpPr>
          <p:cNvPr id="8" name="Text 6"/>
          <p:cNvSpPr/>
          <p:nvPr/>
        </p:nvSpPr>
        <p:spPr>
          <a:xfrm>
            <a:off x="3337560" y="1755648"/>
            <a:ext cx="2606040" cy="548640"/>
          </a:xfrm>
          <a:prstGeom prst="rect">
            <a:avLst/>
          </a:prstGeom>
          <a:noFill/>
          <a:ln/>
        </p:spPr>
        <p:txBody>
          <a:bodyPr wrap="square" lIns="0" tIns="0" rIns="0" bIns="0" rtlCol="0" anchor="ctr"/>
          <a:lstStyle/>
          <a:p>
            <a:pPr marL="0" indent="0" algn="ctr">
              <a:buNone/>
            </a:pPr>
            <a:r>
              <a:rPr lang="en-US" sz="3000" b="1" dirty="0">
                <a:solidFill>
                  <a:srgbClr val="0E7C86"/>
                </a:solidFill>
                <a:latin typeface="Cambria" pitchFamily="34" charset="0"/>
                <a:ea typeface="Cambria" pitchFamily="34" charset="-122"/>
                <a:cs typeface="Cambria" pitchFamily="34" charset="-120"/>
              </a:rPr>
              <a:t>18</a:t>
            </a:r>
            <a:endParaRPr lang="en-US" sz="3000" dirty="0"/>
          </a:p>
        </p:txBody>
      </p:sp>
      <p:sp>
        <p:nvSpPr>
          <p:cNvPr id="9" name="Text 7"/>
          <p:cNvSpPr/>
          <p:nvPr/>
        </p:nvSpPr>
        <p:spPr>
          <a:xfrm>
            <a:off x="3337560" y="2331720"/>
            <a:ext cx="2606040" cy="411480"/>
          </a:xfrm>
          <a:prstGeom prst="rect">
            <a:avLst/>
          </a:prstGeom>
          <a:noFill/>
          <a:ln/>
        </p:spPr>
        <p:txBody>
          <a:bodyPr wrap="square" lIns="0" tIns="0" rIns="0" bIns="0" rtlCol="0" anchor="ctr"/>
          <a:lstStyle/>
          <a:p>
            <a:pPr marL="0" indent="0" algn="ctr">
              <a:buNone/>
            </a:pPr>
            <a:r>
              <a:rPr lang="en-US" sz="1100" dirty="0">
                <a:solidFill>
                  <a:srgbClr val="5B6B82"/>
                </a:solidFill>
                <a:latin typeface="Calibri" pitchFamily="34" charset="0"/>
                <a:ea typeface="Calibri" pitchFamily="34" charset="-122"/>
                <a:cs typeface="Calibri" pitchFamily="34" charset="-120"/>
              </a:rPr>
              <a:t>Original Features</a:t>
            </a:r>
            <a:endParaRPr lang="en-US" sz="1100" dirty="0"/>
          </a:p>
        </p:txBody>
      </p:sp>
      <p:sp>
        <p:nvSpPr>
          <p:cNvPr id="10" name="Shape 8"/>
          <p:cNvSpPr/>
          <p:nvPr/>
        </p:nvSpPr>
        <p:spPr>
          <a:xfrm>
            <a:off x="6126480" y="1645920"/>
            <a:ext cx="2606040" cy="1188720"/>
          </a:xfrm>
          <a:prstGeom prst="roundRect">
            <a:avLst>
              <a:gd name="adj" fmla="val 6154"/>
            </a:avLst>
          </a:prstGeom>
          <a:solidFill>
            <a:srgbClr val="F5F8FB"/>
          </a:solidFill>
          <a:ln/>
          <a:effectLst>
            <a:outerShdw blurRad="63500" dist="25400" dir="5400000" algn="bl" rotWithShape="0">
              <a:srgbClr val="000000">
                <a:alpha val="7000"/>
              </a:srgbClr>
            </a:outerShdw>
          </a:effectLst>
        </p:spPr>
        <p:txBody>
          <a:bodyPr/>
          <a:lstStyle/>
          <a:p>
            <a:endParaRPr lang="en-IN" dirty="0"/>
          </a:p>
        </p:txBody>
      </p:sp>
      <p:sp>
        <p:nvSpPr>
          <p:cNvPr id="11" name="Text 9"/>
          <p:cNvSpPr/>
          <p:nvPr/>
        </p:nvSpPr>
        <p:spPr>
          <a:xfrm>
            <a:off x="6126480" y="1755648"/>
            <a:ext cx="2606040" cy="548640"/>
          </a:xfrm>
          <a:prstGeom prst="rect">
            <a:avLst/>
          </a:prstGeom>
          <a:noFill/>
          <a:ln/>
        </p:spPr>
        <p:txBody>
          <a:bodyPr wrap="square" lIns="0" tIns="0" rIns="0" bIns="0" rtlCol="0" anchor="ctr"/>
          <a:lstStyle/>
          <a:p>
            <a:pPr marL="0" indent="0" algn="ctr">
              <a:buNone/>
            </a:pPr>
            <a:r>
              <a:rPr lang="en-US" sz="3000" b="1" dirty="0">
                <a:solidFill>
                  <a:srgbClr val="0E7C86"/>
                </a:solidFill>
                <a:latin typeface="Cambria" pitchFamily="34" charset="0"/>
                <a:ea typeface="Cambria" pitchFamily="34" charset="-122"/>
                <a:cs typeface="Cambria" pitchFamily="34" charset="-120"/>
              </a:rPr>
              <a:t>10</a:t>
            </a:r>
            <a:endParaRPr lang="en-US" sz="3000" dirty="0"/>
          </a:p>
        </p:txBody>
      </p:sp>
      <p:sp>
        <p:nvSpPr>
          <p:cNvPr id="12" name="Text 10"/>
          <p:cNvSpPr/>
          <p:nvPr/>
        </p:nvSpPr>
        <p:spPr>
          <a:xfrm>
            <a:off x="6126480" y="2331720"/>
            <a:ext cx="2606040" cy="411480"/>
          </a:xfrm>
          <a:prstGeom prst="rect">
            <a:avLst/>
          </a:prstGeom>
          <a:noFill/>
          <a:ln/>
        </p:spPr>
        <p:txBody>
          <a:bodyPr wrap="square" lIns="0" tIns="0" rIns="0" bIns="0" rtlCol="0" anchor="ctr"/>
          <a:lstStyle/>
          <a:p>
            <a:pPr marL="0" indent="0" algn="ctr">
              <a:buNone/>
            </a:pPr>
            <a:r>
              <a:rPr lang="en-US" sz="1100" dirty="0">
                <a:solidFill>
                  <a:srgbClr val="5B6B82"/>
                </a:solidFill>
                <a:latin typeface="Calibri" pitchFamily="34" charset="0"/>
                <a:ea typeface="Calibri" pitchFamily="34" charset="-122"/>
                <a:cs typeface="Calibri" pitchFamily="34" charset="-120"/>
              </a:rPr>
              <a:t>Months Covered</a:t>
            </a:r>
            <a:endParaRPr lang="en-US" sz="1100" dirty="0"/>
          </a:p>
        </p:txBody>
      </p:sp>
      <p:sp>
        <p:nvSpPr>
          <p:cNvPr id="13" name="Shape 11"/>
          <p:cNvSpPr/>
          <p:nvPr/>
        </p:nvSpPr>
        <p:spPr>
          <a:xfrm>
            <a:off x="8915400" y="1645920"/>
            <a:ext cx="2606040" cy="1188720"/>
          </a:xfrm>
          <a:prstGeom prst="roundRect">
            <a:avLst>
              <a:gd name="adj" fmla="val 6154"/>
            </a:avLst>
          </a:prstGeom>
          <a:solidFill>
            <a:srgbClr val="F5F8FB"/>
          </a:solidFill>
          <a:ln/>
          <a:effectLst>
            <a:outerShdw blurRad="63500" dist="25400" dir="5400000" algn="bl" rotWithShape="0">
              <a:srgbClr val="000000">
                <a:alpha val="7000"/>
              </a:srgbClr>
            </a:outerShdw>
          </a:effectLst>
        </p:spPr>
        <p:txBody>
          <a:bodyPr/>
          <a:lstStyle/>
          <a:p>
            <a:endParaRPr lang="en-IN" dirty="0"/>
          </a:p>
        </p:txBody>
      </p:sp>
      <p:sp>
        <p:nvSpPr>
          <p:cNvPr id="14" name="Text 12"/>
          <p:cNvSpPr/>
          <p:nvPr/>
        </p:nvSpPr>
        <p:spPr>
          <a:xfrm>
            <a:off x="8915400" y="1755648"/>
            <a:ext cx="2606040" cy="548640"/>
          </a:xfrm>
          <a:prstGeom prst="rect">
            <a:avLst/>
          </a:prstGeom>
          <a:noFill/>
          <a:ln/>
        </p:spPr>
        <p:txBody>
          <a:bodyPr wrap="square" lIns="0" tIns="0" rIns="0" bIns="0" rtlCol="0" anchor="ctr"/>
          <a:lstStyle/>
          <a:p>
            <a:pPr marL="0" indent="0" algn="ctr">
              <a:buNone/>
            </a:pPr>
            <a:r>
              <a:rPr lang="en-US" sz="3000" b="1" dirty="0">
                <a:solidFill>
                  <a:srgbClr val="0E7C86"/>
                </a:solidFill>
                <a:latin typeface="Cambria" pitchFamily="34" charset="0"/>
                <a:ea typeface="Cambria" pitchFamily="34" charset="-122"/>
                <a:cs typeface="Cambria" pitchFamily="34" charset="-120"/>
              </a:rPr>
              <a:t>15.63%</a:t>
            </a:r>
            <a:endParaRPr lang="en-US" sz="3000" dirty="0"/>
          </a:p>
        </p:txBody>
      </p:sp>
      <p:sp>
        <p:nvSpPr>
          <p:cNvPr id="15" name="Text 13"/>
          <p:cNvSpPr/>
          <p:nvPr/>
        </p:nvSpPr>
        <p:spPr>
          <a:xfrm>
            <a:off x="8915400" y="2331720"/>
            <a:ext cx="2606040" cy="411480"/>
          </a:xfrm>
          <a:prstGeom prst="rect">
            <a:avLst/>
          </a:prstGeom>
          <a:noFill/>
          <a:ln/>
        </p:spPr>
        <p:txBody>
          <a:bodyPr wrap="square" lIns="0" tIns="0" rIns="0" bIns="0" rtlCol="0" anchor="ctr"/>
          <a:lstStyle/>
          <a:p>
            <a:pPr marL="0" indent="0" algn="ctr">
              <a:buNone/>
            </a:pPr>
            <a:r>
              <a:rPr lang="en-US" sz="1100" dirty="0">
                <a:solidFill>
                  <a:srgbClr val="5B6B82"/>
                </a:solidFill>
                <a:latin typeface="Calibri" pitchFamily="34" charset="0"/>
                <a:ea typeface="Calibri" pitchFamily="34" charset="-122"/>
                <a:cs typeface="Calibri" pitchFamily="34" charset="-120"/>
              </a:rPr>
              <a:t>Overall Conversion Rate</a:t>
            </a:r>
            <a:endParaRPr lang="en-US" sz="1100" dirty="0"/>
          </a:p>
        </p:txBody>
      </p:sp>
      <p:sp>
        <p:nvSpPr>
          <p:cNvPr id="16" name="Text 14"/>
          <p:cNvSpPr/>
          <p:nvPr/>
        </p:nvSpPr>
        <p:spPr>
          <a:xfrm>
            <a:off x="548640" y="3063240"/>
            <a:ext cx="10972800" cy="365760"/>
          </a:xfrm>
          <a:prstGeom prst="rect">
            <a:avLst/>
          </a:prstGeom>
          <a:noFill/>
          <a:ln/>
        </p:spPr>
        <p:txBody>
          <a:bodyPr wrap="square" lIns="0" tIns="0" rIns="0" bIns="0" rtlCol="0" anchor="ctr"/>
          <a:lstStyle/>
          <a:p>
            <a:pPr marL="0" indent="0">
              <a:buNone/>
            </a:pPr>
            <a:r>
              <a:rPr lang="en-US" sz="1300" dirty="0">
                <a:solidFill>
                  <a:srgbClr val="1B2333"/>
                </a:solidFill>
                <a:latin typeface="Calibri" pitchFamily="34" charset="0"/>
                <a:ea typeface="Calibri" pitchFamily="34" charset="-122"/>
                <a:cs typeface="Calibri" pitchFamily="34" charset="-120"/>
              </a:rPr>
              <a:t>Each row represents one customer browsing session on an e-commerce site. Features fall into four business-meaningful groups:</a:t>
            </a:r>
            <a:endParaRPr lang="en-US" sz="1300" dirty="0"/>
          </a:p>
        </p:txBody>
      </p:sp>
      <p:sp>
        <p:nvSpPr>
          <p:cNvPr id="17" name="Shape 15"/>
          <p:cNvSpPr/>
          <p:nvPr/>
        </p:nvSpPr>
        <p:spPr>
          <a:xfrm>
            <a:off x="548640" y="3611880"/>
            <a:ext cx="2724912" cy="2423160"/>
          </a:xfrm>
          <a:prstGeom prst="roundRect">
            <a:avLst>
              <a:gd name="adj" fmla="val 3019"/>
            </a:avLst>
          </a:prstGeom>
          <a:solidFill>
            <a:srgbClr val="FFFFFF"/>
          </a:solidFill>
          <a:ln w="12700">
            <a:solidFill>
              <a:srgbClr val="D9E2EC"/>
            </a:solidFill>
            <a:prstDash val="solid"/>
          </a:ln>
        </p:spPr>
        <p:txBody>
          <a:bodyPr/>
          <a:lstStyle/>
          <a:p>
            <a:endParaRPr lang="en-IN" dirty="0"/>
          </a:p>
        </p:txBody>
      </p:sp>
      <p:sp>
        <p:nvSpPr>
          <p:cNvPr id="18" name="Shape 16"/>
          <p:cNvSpPr/>
          <p:nvPr/>
        </p:nvSpPr>
        <p:spPr>
          <a:xfrm>
            <a:off x="749808" y="3840480"/>
            <a:ext cx="502920" cy="502920"/>
          </a:xfrm>
          <a:prstGeom prst="ellipse">
            <a:avLst/>
          </a:prstGeom>
          <a:solidFill>
            <a:srgbClr val="16233F"/>
          </a:solidFill>
          <a:ln/>
        </p:spPr>
        <p:txBody>
          <a:bodyPr/>
          <a:lstStyle/>
          <a:p>
            <a:endParaRPr lang="en-IN" dirty="0"/>
          </a:p>
        </p:txBody>
      </p:sp>
      <p:pic>
        <p:nvPicPr>
          <p:cNvPr id="19" name="Image 0" descr="/home/claude/ppt/icons/mousePointer.png"/>
          <p:cNvPicPr>
            <a:picLocks noChangeAspect="1"/>
          </p:cNvPicPr>
          <p:nvPr/>
        </p:nvPicPr>
        <p:blipFill>
          <a:blip r:embed="rId3"/>
          <a:stretch>
            <a:fillRect/>
          </a:stretch>
        </p:blipFill>
        <p:spPr>
          <a:xfrm>
            <a:off x="868680" y="3959352"/>
            <a:ext cx="265176" cy="265176"/>
          </a:xfrm>
          <a:prstGeom prst="rect">
            <a:avLst/>
          </a:prstGeom>
        </p:spPr>
      </p:pic>
      <p:sp>
        <p:nvSpPr>
          <p:cNvPr id="20" name="Text 17"/>
          <p:cNvSpPr/>
          <p:nvPr/>
        </p:nvSpPr>
        <p:spPr>
          <a:xfrm>
            <a:off x="731520" y="4526280"/>
            <a:ext cx="2359152" cy="365760"/>
          </a:xfrm>
          <a:prstGeom prst="rect">
            <a:avLst/>
          </a:prstGeom>
          <a:noFill/>
          <a:ln/>
        </p:spPr>
        <p:txBody>
          <a:bodyPr wrap="square" lIns="0" tIns="0" rIns="0" bIns="0" rtlCol="0" anchor="ctr"/>
          <a:lstStyle/>
          <a:p>
            <a:pPr marL="0" indent="0">
              <a:buNone/>
            </a:pPr>
            <a:r>
              <a:rPr lang="en-US" sz="1300" b="1" dirty="0">
                <a:solidFill>
                  <a:srgbClr val="16233F"/>
                </a:solidFill>
                <a:latin typeface="Calibri" pitchFamily="34" charset="0"/>
                <a:ea typeface="Calibri" pitchFamily="34" charset="-122"/>
                <a:cs typeface="Calibri" pitchFamily="34" charset="-120"/>
              </a:rPr>
              <a:t>User Behavior</a:t>
            </a:r>
            <a:endParaRPr lang="en-US" sz="1300" dirty="0"/>
          </a:p>
        </p:txBody>
      </p:sp>
      <p:sp>
        <p:nvSpPr>
          <p:cNvPr id="21" name="Text 18"/>
          <p:cNvSpPr/>
          <p:nvPr/>
        </p:nvSpPr>
        <p:spPr>
          <a:xfrm>
            <a:off x="731520" y="4892040"/>
            <a:ext cx="2359152" cy="1051560"/>
          </a:xfrm>
          <a:prstGeom prst="rect">
            <a:avLst/>
          </a:prstGeom>
          <a:noFill/>
          <a:ln/>
        </p:spPr>
        <p:txBody>
          <a:bodyPr wrap="square" lIns="0" tIns="0" rIns="0" bIns="0" rtlCol="0" anchor="ctr"/>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Administrative, Informational &amp; ProductRelated page counts and durations</a:t>
            </a:r>
            <a:endParaRPr lang="en-US" sz="1050" dirty="0"/>
          </a:p>
        </p:txBody>
      </p:sp>
      <p:sp>
        <p:nvSpPr>
          <p:cNvPr id="22" name="Shape 19"/>
          <p:cNvSpPr/>
          <p:nvPr/>
        </p:nvSpPr>
        <p:spPr>
          <a:xfrm>
            <a:off x="3392424" y="3611880"/>
            <a:ext cx="2724912" cy="2423160"/>
          </a:xfrm>
          <a:prstGeom prst="roundRect">
            <a:avLst>
              <a:gd name="adj" fmla="val 3019"/>
            </a:avLst>
          </a:prstGeom>
          <a:solidFill>
            <a:srgbClr val="FFFFFF"/>
          </a:solidFill>
          <a:ln w="12700">
            <a:solidFill>
              <a:srgbClr val="D9E2EC"/>
            </a:solidFill>
            <a:prstDash val="solid"/>
          </a:ln>
        </p:spPr>
        <p:txBody>
          <a:bodyPr/>
          <a:lstStyle/>
          <a:p>
            <a:endParaRPr lang="en-IN" dirty="0"/>
          </a:p>
        </p:txBody>
      </p:sp>
      <p:sp>
        <p:nvSpPr>
          <p:cNvPr id="23" name="Shape 20"/>
          <p:cNvSpPr/>
          <p:nvPr/>
        </p:nvSpPr>
        <p:spPr>
          <a:xfrm>
            <a:off x="3593592" y="3840480"/>
            <a:ext cx="502920" cy="502920"/>
          </a:xfrm>
          <a:prstGeom prst="ellipse">
            <a:avLst/>
          </a:prstGeom>
          <a:solidFill>
            <a:srgbClr val="16233F"/>
          </a:solidFill>
          <a:ln/>
        </p:spPr>
        <p:txBody>
          <a:bodyPr/>
          <a:lstStyle/>
          <a:p>
            <a:endParaRPr lang="en-IN" dirty="0"/>
          </a:p>
        </p:txBody>
      </p:sp>
      <p:pic>
        <p:nvPicPr>
          <p:cNvPr id="24" name="Image 1" descr="/home/claude/ppt/icons/chart.png"/>
          <p:cNvPicPr>
            <a:picLocks noChangeAspect="1"/>
          </p:cNvPicPr>
          <p:nvPr/>
        </p:nvPicPr>
        <p:blipFill>
          <a:blip r:embed="rId4"/>
          <a:stretch>
            <a:fillRect/>
          </a:stretch>
        </p:blipFill>
        <p:spPr>
          <a:xfrm>
            <a:off x="3712464" y="3959352"/>
            <a:ext cx="265176" cy="265176"/>
          </a:xfrm>
          <a:prstGeom prst="rect">
            <a:avLst/>
          </a:prstGeom>
        </p:spPr>
      </p:pic>
      <p:sp>
        <p:nvSpPr>
          <p:cNvPr id="25" name="Text 21"/>
          <p:cNvSpPr/>
          <p:nvPr/>
        </p:nvSpPr>
        <p:spPr>
          <a:xfrm>
            <a:off x="3575304" y="4526280"/>
            <a:ext cx="2359152" cy="365760"/>
          </a:xfrm>
          <a:prstGeom prst="rect">
            <a:avLst/>
          </a:prstGeom>
          <a:noFill/>
          <a:ln/>
        </p:spPr>
        <p:txBody>
          <a:bodyPr wrap="square" lIns="0" tIns="0" rIns="0" bIns="0" rtlCol="0" anchor="ctr"/>
          <a:lstStyle/>
          <a:p>
            <a:pPr marL="0" indent="0">
              <a:buNone/>
            </a:pPr>
            <a:r>
              <a:rPr lang="en-US" sz="1300" b="1" dirty="0">
                <a:solidFill>
                  <a:srgbClr val="16233F"/>
                </a:solidFill>
                <a:latin typeface="Calibri" pitchFamily="34" charset="0"/>
                <a:ea typeface="Calibri" pitchFamily="34" charset="-122"/>
                <a:cs typeface="Calibri" pitchFamily="34" charset="-120"/>
              </a:rPr>
              <a:t>Interaction Metrics</a:t>
            </a:r>
            <a:endParaRPr lang="en-US" sz="1300" dirty="0"/>
          </a:p>
        </p:txBody>
      </p:sp>
      <p:sp>
        <p:nvSpPr>
          <p:cNvPr id="26" name="Text 22"/>
          <p:cNvSpPr/>
          <p:nvPr/>
        </p:nvSpPr>
        <p:spPr>
          <a:xfrm>
            <a:off x="3575304" y="4892040"/>
            <a:ext cx="2359152" cy="1051560"/>
          </a:xfrm>
          <a:prstGeom prst="rect">
            <a:avLst/>
          </a:prstGeom>
          <a:noFill/>
          <a:ln/>
        </p:spPr>
        <p:txBody>
          <a:bodyPr wrap="square" lIns="0" tIns="0" rIns="0" bIns="0" rtlCol="0" anchor="ctr"/>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BounceRates, ExitRates, PageValues, SpecialDay proximity</a:t>
            </a:r>
            <a:endParaRPr lang="en-US" sz="1050" dirty="0"/>
          </a:p>
        </p:txBody>
      </p:sp>
      <p:sp>
        <p:nvSpPr>
          <p:cNvPr id="27" name="Shape 23"/>
          <p:cNvSpPr/>
          <p:nvPr/>
        </p:nvSpPr>
        <p:spPr>
          <a:xfrm>
            <a:off x="6236208" y="3611880"/>
            <a:ext cx="2724912" cy="2423160"/>
          </a:xfrm>
          <a:prstGeom prst="roundRect">
            <a:avLst>
              <a:gd name="adj" fmla="val 3019"/>
            </a:avLst>
          </a:prstGeom>
          <a:solidFill>
            <a:srgbClr val="FFFFFF"/>
          </a:solidFill>
          <a:ln w="12700">
            <a:solidFill>
              <a:srgbClr val="D9E2EC"/>
            </a:solidFill>
            <a:prstDash val="solid"/>
          </a:ln>
        </p:spPr>
        <p:txBody>
          <a:bodyPr/>
          <a:lstStyle/>
          <a:p>
            <a:endParaRPr lang="en-IN" dirty="0"/>
          </a:p>
        </p:txBody>
      </p:sp>
      <p:sp>
        <p:nvSpPr>
          <p:cNvPr id="28" name="Shape 24"/>
          <p:cNvSpPr/>
          <p:nvPr/>
        </p:nvSpPr>
        <p:spPr>
          <a:xfrm>
            <a:off x="6437376" y="3840480"/>
            <a:ext cx="502920" cy="502920"/>
          </a:xfrm>
          <a:prstGeom prst="ellipse">
            <a:avLst/>
          </a:prstGeom>
          <a:solidFill>
            <a:srgbClr val="16233F"/>
          </a:solidFill>
          <a:ln/>
        </p:spPr>
        <p:txBody>
          <a:bodyPr/>
          <a:lstStyle/>
          <a:p>
            <a:endParaRPr lang="en-IN" dirty="0"/>
          </a:p>
        </p:txBody>
      </p:sp>
      <p:pic>
        <p:nvPicPr>
          <p:cNvPr id="29" name="Image 2" descr="/home/claude/ppt/icons/users.png"/>
          <p:cNvPicPr>
            <a:picLocks noChangeAspect="1"/>
          </p:cNvPicPr>
          <p:nvPr/>
        </p:nvPicPr>
        <p:blipFill>
          <a:blip r:embed="rId5"/>
          <a:stretch>
            <a:fillRect/>
          </a:stretch>
        </p:blipFill>
        <p:spPr>
          <a:xfrm>
            <a:off x="6556248" y="3959352"/>
            <a:ext cx="265176" cy="265176"/>
          </a:xfrm>
          <a:prstGeom prst="rect">
            <a:avLst/>
          </a:prstGeom>
        </p:spPr>
      </p:pic>
      <p:sp>
        <p:nvSpPr>
          <p:cNvPr id="30" name="Text 25"/>
          <p:cNvSpPr/>
          <p:nvPr/>
        </p:nvSpPr>
        <p:spPr>
          <a:xfrm>
            <a:off x="6419088" y="4526280"/>
            <a:ext cx="2359152" cy="365760"/>
          </a:xfrm>
          <a:prstGeom prst="rect">
            <a:avLst/>
          </a:prstGeom>
          <a:noFill/>
          <a:ln/>
        </p:spPr>
        <p:txBody>
          <a:bodyPr wrap="square" lIns="0" tIns="0" rIns="0" bIns="0" rtlCol="0" anchor="ctr"/>
          <a:lstStyle/>
          <a:p>
            <a:pPr marL="0" indent="0">
              <a:buNone/>
            </a:pPr>
            <a:r>
              <a:rPr lang="en-US" sz="1300" b="1" dirty="0">
                <a:solidFill>
                  <a:srgbClr val="16233F"/>
                </a:solidFill>
                <a:latin typeface="Calibri" pitchFamily="34" charset="0"/>
                <a:ea typeface="Calibri" pitchFamily="34" charset="-122"/>
                <a:cs typeface="Calibri" pitchFamily="34" charset="-120"/>
              </a:rPr>
              <a:t>Visitor Information</a:t>
            </a:r>
            <a:endParaRPr lang="en-US" sz="1300" dirty="0"/>
          </a:p>
        </p:txBody>
      </p:sp>
      <p:sp>
        <p:nvSpPr>
          <p:cNvPr id="31" name="Text 26"/>
          <p:cNvSpPr/>
          <p:nvPr/>
        </p:nvSpPr>
        <p:spPr>
          <a:xfrm>
            <a:off x="6419088" y="4892040"/>
            <a:ext cx="2359152" cy="1051560"/>
          </a:xfrm>
          <a:prstGeom prst="rect">
            <a:avLst/>
          </a:prstGeom>
          <a:noFill/>
          <a:ln/>
        </p:spPr>
        <p:txBody>
          <a:bodyPr wrap="square" lIns="0" tIns="0" rIns="0" bIns="0" rtlCol="0" anchor="ctr"/>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VisitorType (New/Returning), Region, Browser, OperatingSystem, TrafficType</a:t>
            </a:r>
            <a:endParaRPr lang="en-US" sz="1050" dirty="0"/>
          </a:p>
        </p:txBody>
      </p:sp>
      <p:sp>
        <p:nvSpPr>
          <p:cNvPr id="32" name="Shape 27"/>
          <p:cNvSpPr/>
          <p:nvPr/>
        </p:nvSpPr>
        <p:spPr>
          <a:xfrm>
            <a:off x="9079992" y="3611880"/>
            <a:ext cx="2724912" cy="2423160"/>
          </a:xfrm>
          <a:prstGeom prst="roundRect">
            <a:avLst>
              <a:gd name="adj" fmla="val 3019"/>
            </a:avLst>
          </a:prstGeom>
          <a:solidFill>
            <a:srgbClr val="FFFFFF"/>
          </a:solidFill>
          <a:ln w="12700">
            <a:solidFill>
              <a:srgbClr val="D9E2EC"/>
            </a:solidFill>
            <a:prstDash val="solid"/>
          </a:ln>
        </p:spPr>
        <p:txBody>
          <a:bodyPr/>
          <a:lstStyle/>
          <a:p>
            <a:endParaRPr lang="en-IN" dirty="0"/>
          </a:p>
        </p:txBody>
      </p:sp>
      <p:sp>
        <p:nvSpPr>
          <p:cNvPr id="33" name="Shape 28"/>
          <p:cNvSpPr/>
          <p:nvPr/>
        </p:nvSpPr>
        <p:spPr>
          <a:xfrm>
            <a:off x="9281160" y="3840480"/>
            <a:ext cx="502920" cy="502920"/>
          </a:xfrm>
          <a:prstGeom prst="ellipse">
            <a:avLst/>
          </a:prstGeom>
          <a:solidFill>
            <a:srgbClr val="16233F"/>
          </a:solidFill>
          <a:ln/>
        </p:spPr>
        <p:txBody>
          <a:bodyPr/>
          <a:lstStyle/>
          <a:p>
            <a:endParaRPr lang="en-IN" dirty="0"/>
          </a:p>
        </p:txBody>
      </p:sp>
      <p:pic>
        <p:nvPicPr>
          <p:cNvPr id="34" name="Image 3" descr="/home/claude/ppt/icons/calendar.png"/>
          <p:cNvPicPr>
            <a:picLocks noChangeAspect="1"/>
          </p:cNvPicPr>
          <p:nvPr/>
        </p:nvPicPr>
        <p:blipFill>
          <a:blip r:embed="rId6"/>
          <a:stretch>
            <a:fillRect/>
          </a:stretch>
        </p:blipFill>
        <p:spPr>
          <a:xfrm>
            <a:off x="9400032" y="3959352"/>
            <a:ext cx="265176" cy="265176"/>
          </a:xfrm>
          <a:prstGeom prst="rect">
            <a:avLst/>
          </a:prstGeom>
        </p:spPr>
      </p:pic>
      <p:sp>
        <p:nvSpPr>
          <p:cNvPr id="35" name="Text 29"/>
          <p:cNvSpPr/>
          <p:nvPr/>
        </p:nvSpPr>
        <p:spPr>
          <a:xfrm>
            <a:off x="9262872" y="4526280"/>
            <a:ext cx="2359152" cy="365760"/>
          </a:xfrm>
          <a:prstGeom prst="rect">
            <a:avLst/>
          </a:prstGeom>
          <a:noFill/>
          <a:ln/>
        </p:spPr>
        <p:txBody>
          <a:bodyPr wrap="square" lIns="0" tIns="0" rIns="0" bIns="0" rtlCol="0" anchor="ctr"/>
          <a:lstStyle/>
          <a:p>
            <a:pPr marL="0" indent="0">
              <a:buNone/>
            </a:pPr>
            <a:r>
              <a:rPr lang="en-US" sz="1300" b="1" dirty="0">
                <a:solidFill>
                  <a:srgbClr val="16233F"/>
                </a:solidFill>
                <a:latin typeface="Calibri" pitchFamily="34" charset="0"/>
                <a:ea typeface="Calibri" pitchFamily="34" charset="-122"/>
                <a:cs typeface="Calibri" pitchFamily="34" charset="-120"/>
              </a:rPr>
              <a:t>Session Context &amp; Target</a:t>
            </a:r>
            <a:endParaRPr lang="en-US" sz="1300" dirty="0"/>
          </a:p>
        </p:txBody>
      </p:sp>
      <p:sp>
        <p:nvSpPr>
          <p:cNvPr id="36" name="Text 30"/>
          <p:cNvSpPr/>
          <p:nvPr/>
        </p:nvSpPr>
        <p:spPr>
          <a:xfrm>
            <a:off x="9262872" y="4892040"/>
            <a:ext cx="2359152" cy="1051560"/>
          </a:xfrm>
          <a:prstGeom prst="rect">
            <a:avLst/>
          </a:prstGeom>
          <a:noFill/>
          <a:ln/>
        </p:spPr>
        <p:txBody>
          <a:bodyPr wrap="square" lIns="0" tIns="0" rIns="0" bIns="0" rtlCol="0" anchor="ctr"/>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Month, Weekend flag, and the target — Revenue (purchase made or not)</a:t>
            </a:r>
            <a:endParaRPr lang="en-US" sz="1050" dirty="0"/>
          </a:p>
        </p:txBody>
      </p:sp>
      <p:sp>
        <p:nvSpPr>
          <p:cNvPr id="37" name="Text 31"/>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 / 20</a:t>
            </a:r>
            <a:endParaRPr lang="en-US" sz="900" dirty="0"/>
          </a:p>
        </p:txBody>
      </p:sp>
      <p:sp>
        <p:nvSpPr>
          <p:cNvPr id="38" name="Text 32"/>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0D1B3E"/>
          </a:solidFill>
          <a:ln w="12700">
            <a:solidFill>
              <a:srgbClr val="0D1B3E"/>
            </a:solidFill>
            <a:prstDash val="solid"/>
          </a:ln>
        </p:spPr>
        <p:txBody>
          <a:bodyPr/>
          <a:lstStyle/>
          <a:p>
            <a:endParaRPr lang="en-IN" sz="2400" dirty="0"/>
          </a:p>
        </p:txBody>
      </p:sp>
      <p:sp>
        <p:nvSpPr>
          <p:cNvPr id="3" name="Text 1"/>
          <p:cNvSpPr/>
          <p:nvPr/>
        </p:nvSpPr>
        <p:spPr>
          <a:xfrm>
            <a:off x="365760" y="291846"/>
            <a:ext cx="11460480" cy="640080"/>
          </a:xfrm>
          <a:prstGeom prst="rect">
            <a:avLst/>
          </a:prstGeom>
          <a:noFill/>
          <a:ln/>
        </p:spPr>
        <p:txBody>
          <a:bodyPr wrap="square" lIns="0" tIns="0" rIns="0" bIns="0" rtlCol="0" anchor="ctr"/>
          <a:lstStyle/>
          <a:p>
            <a:r>
              <a:rPr lang="en-US" sz="2800" b="1" dirty="0">
                <a:solidFill>
                  <a:schemeClr val="bg1"/>
                </a:solidFill>
                <a:latin typeface="Cambria" pitchFamily="34" charset="0"/>
                <a:ea typeface="Cambria" pitchFamily="34" charset="-122"/>
                <a:cs typeface="Cambria" pitchFamily="34" charset="-120"/>
              </a:rPr>
              <a:t>Data Cleaning &amp; Preprocessing</a:t>
            </a:r>
            <a:endParaRPr lang="en-US" sz="2800" dirty="0">
              <a:solidFill>
                <a:schemeClr val="bg1"/>
              </a:solidFill>
            </a:endParaRPr>
          </a:p>
          <a:p>
            <a:endParaRPr lang="en-US" sz="2667" dirty="0"/>
          </a:p>
        </p:txBody>
      </p:sp>
      <p:sp>
        <p:nvSpPr>
          <p:cNvPr id="5" name="Shape 3"/>
          <p:cNvSpPr/>
          <p:nvPr/>
        </p:nvSpPr>
        <p:spPr>
          <a:xfrm>
            <a:off x="365760" y="1072896"/>
            <a:ext cx="426720" cy="426720"/>
          </a:xfrm>
          <a:prstGeom prst="ellipse">
            <a:avLst/>
          </a:prstGeom>
          <a:solidFill>
            <a:srgbClr val="00BCD4"/>
          </a:solidFill>
          <a:ln w="12700">
            <a:solidFill>
              <a:srgbClr val="00BCD4"/>
            </a:solidFill>
            <a:prstDash val="solid"/>
          </a:ln>
        </p:spPr>
        <p:txBody>
          <a:bodyPr/>
          <a:lstStyle/>
          <a:p>
            <a:endParaRPr lang="en-IN" sz="2400" dirty="0"/>
          </a:p>
        </p:txBody>
      </p:sp>
      <p:sp>
        <p:nvSpPr>
          <p:cNvPr id="6" name="Text 4"/>
          <p:cNvSpPr/>
          <p:nvPr/>
        </p:nvSpPr>
        <p:spPr>
          <a:xfrm>
            <a:off x="365760" y="1072896"/>
            <a:ext cx="426720" cy="426720"/>
          </a:xfrm>
          <a:prstGeom prst="rect">
            <a:avLst/>
          </a:prstGeom>
          <a:noFill/>
          <a:ln/>
        </p:spPr>
        <p:txBody>
          <a:bodyPr wrap="square" lIns="0" tIns="0" rIns="0" bIns="0" rtlCol="0" anchor="ctr"/>
          <a:lstStyle/>
          <a:p>
            <a:pPr algn="ctr"/>
            <a:r>
              <a:rPr lang="en-US" sz="1333" b="1" dirty="0">
                <a:solidFill>
                  <a:srgbClr val="0D1B3E"/>
                </a:solidFill>
              </a:rPr>
              <a:t>1</a:t>
            </a:r>
            <a:endParaRPr lang="en-US" sz="1333" dirty="0"/>
          </a:p>
        </p:txBody>
      </p:sp>
      <p:sp>
        <p:nvSpPr>
          <p:cNvPr id="7" name="Text 5"/>
          <p:cNvSpPr/>
          <p:nvPr/>
        </p:nvSpPr>
        <p:spPr>
          <a:xfrm>
            <a:off x="877824" y="1072896"/>
            <a:ext cx="1706880" cy="426720"/>
          </a:xfrm>
          <a:prstGeom prst="rect">
            <a:avLst/>
          </a:prstGeom>
          <a:noFill/>
          <a:ln/>
        </p:spPr>
        <p:txBody>
          <a:bodyPr wrap="square" lIns="0" tIns="0" rIns="0" bIns="0" rtlCol="0" anchor="ctr"/>
          <a:lstStyle/>
          <a:p>
            <a:r>
              <a:rPr lang="en-US" sz="1267" b="1" dirty="0">
                <a:solidFill>
                  <a:srgbClr val="0D1B3E"/>
                </a:solidFill>
              </a:rPr>
              <a:t>Shape Check: </a:t>
            </a:r>
            <a:endParaRPr lang="en-US" sz="1267" dirty="0"/>
          </a:p>
        </p:txBody>
      </p:sp>
      <p:sp>
        <p:nvSpPr>
          <p:cNvPr id="8" name="Text 6"/>
          <p:cNvSpPr/>
          <p:nvPr/>
        </p:nvSpPr>
        <p:spPr>
          <a:xfrm>
            <a:off x="2560320" y="1072896"/>
            <a:ext cx="3779520" cy="426720"/>
          </a:xfrm>
          <a:prstGeom prst="rect">
            <a:avLst/>
          </a:prstGeom>
          <a:noFill/>
          <a:ln/>
        </p:spPr>
        <p:txBody>
          <a:bodyPr wrap="square" lIns="0" tIns="0" rIns="0" bIns="0" rtlCol="0" anchor="ctr"/>
          <a:lstStyle/>
          <a:p>
            <a:r>
              <a:rPr lang="en-US" sz="1200" dirty="0">
                <a:solidFill>
                  <a:srgbClr val="546E7A"/>
                </a:solidFill>
              </a:rPr>
              <a:t>12,330 rows × 18 features confirmed</a:t>
            </a:r>
            <a:endParaRPr lang="en-US" sz="1200" dirty="0"/>
          </a:p>
        </p:txBody>
      </p:sp>
      <p:sp>
        <p:nvSpPr>
          <p:cNvPr id="9" name="Shape 7"/>
          <p:cNvSpPr/>
          <p:nvPr/>
        </p:nvSpPr>
        <p:spPr>
          <a:xfrm>
            <a:off x="365760" y="1743456"/>
            <a:ext cx="426720" cy="426720"/>
          </a:xfrm>
          <a:prstGeom prst="ellipse">
            <a:avLst/>
          </a:prstGeom>
          <a:solidFill>
            <a:srgbClr val="00BCD4"/>
          </a:solidFill>
          <a:ln w="12700">
            <a:solidFill>
              <a:srgbClr val="00BCD4"/>
            </a:solidFill>
            <a:prstDash val="solid"/>
          </a:ln>
        </p:spPr>
        <p:txBody>
          <a:bodyPr/>
          <a:lstStyle/>
          <a:p>
            <a:endParaRPr lang="en-IN" sz="2400" dirty="0"/>
          </a:p>
        </p:txBody>
      </p:sp>
      <p:sp>
        <p:nvSpPr>
          <p:cNvPr id="10" name="Text 8"/>
          <p:cNvSpPr/>
          <p:nvPr/>
        </p:nvSpPr>
        <p:spPr>
          <a:xfrm>
            <a:off x="365760" y="1743456"/>
            <a:ext cx="426720" cy="426720"/>
          </a:xfrm>
          <a:prstGeom prst="rect">
            <a:avLst/>
          </a:prstGeom>
          <a:noFill/>
          <a:ln/>
        </p:spPr>
        <p:txBody>
          <a:bodyPr wrap="square" lIns="0" tIns="0" rIns="0" bIns="0" rtlCol="0" anchor="ctr"/>
          <a:lstStyle/>
          <a:p>
            <a:pPr algn="ctr"/>
            <a:r>
              <a:rPr lang="en-US" sz="1333" b="1" dirty="0">
                <a:solidFill>
                  <a:srgbClr val="0D1B3E"/>
                </a:solidFill>
              </a:rPr>
              <a:t>2</a:t>
            </a:r>
            <a:endParaRPr lang="en-US" sz="1333" dirty="0"/>
          </a:p>
        </p:txBody>
      </p:sp>
      <p:sp>
        <p:nvSpPr>
          <p:cNvPr id="11" name="Text 9"/>
          <p:cNvSpPr/>
          <p:nvPr/>
        </p:nvSpPr>
        <p:spPr>
          <a:xfrm>
            <a:off x="877824" y="1743456"/>
            <a:ext cx="1706880" cy="426720"/>
          </a:xfrm>
          <a:prstGeom prst="rect">
            <a:avLst/>
          </a:prstGeom>
          <a:noFill/>
          <a:ln/>
        </p:spPr>
        <p:txBody>
          <a:bodyPr wrap="square" lIns="0" tIns="0" rIns="0" bIns="0" rtlCol="0" anchor="ctr"/>
          <a:lstStyle/>
          <a:p>
            <a:r>
              <a:rPr lang="en-US" sz="1267" b="1" dirty="0">
                <a:solidFill>
                  <a:srgbClr val="0D1B3E"/>
                </a:solidFill>
              </a:rPr>
              <a:t>Duplicate Removal: </a:t>
            </a:r>
            <a:endParaRPr lang="en-US" sz="1267" dirty="0"/>
          </a:p>
        </p:txBody>
      </p:sp>
      <p:sp>
        <p:nvSpPr>
          <p:cNvPr id="12" name="Text 10"/>
          <p:cNvSpPr/>
          <p:nvPr/>
        </p:nvSpPr>
        <p:spPr>
          <a:xfrm>
            <a:off x="2560320" y="1743456"/>
            <a:ext cx="3779520" cy="426720"/>
          </a:xfrm>
          <a:prstGeom prst="rect">
            <a:avLst/>
          </a:prstGeom>
          <a:noFill/>
          <a:ln/>
        </p:spPr>
        <p:txBody>
          <a:bodyPr wrap="square" lIns="0" tIns="0" rIns="0" bIns="0" rtlCol="0" anchor="ctr"/>
          <a:lstStyle/>
          <a:p>
            <a:r>
              <a:rPr lang="en-US" sz="1200" dirty="0">
                <a:solidFill>
                  <a:srgbClr val="546E7A"/>
                </a:solidFill>
              </a:rPr>
              <a:t>125 exact duplicates removed — identical floats impossible for real users</a:t>
            </a:r>
            <a:endParaRPr lang="en-US" sz="1200" dirty="0"/>
          </a:p>
        </p:txBody>
      </p:sp>
      <p:sp>
        <p:nvSpPr>
          <p:cNvPr id="13" name="Shape 11"/>
          <p:cNvSpPr/>
          <p:nvPr/>
        </p:nvSpPr>
        <p:spPr>
          <a:xfrm>
            <a:off x="365760" y="2414016"/>
            <a:ext cx="426720" cy="426720"/>
          </a:xfrm>
          <a:prstGeom prst="ellipse">
            <a:avLst/>
          </a:prstGeom>
          <a:solidFill>
            <a:srgbClr val="00BCD4"/>
          </a:solidFill>
          <a:ln w="12700">
            <a:solidFill>
              <a:srgbClr val="00BCD4"/>
            </a:solidFill>
            <a:prstDash val="solid"/>
          </a:ln>
        </p:spPr>
        <p:txBody>
          <a:bodyPr/>
          <a:lstStyle/>
          <a:p>
            <a:endParaRPr lang="en-IN" sz="2400" dirty="0"/>
          </a:p>
        </p:txBody>
      </p:sp>
      <p:sp>
        <p:nvSpPr>
          <p:cNvPr id="14" name="Text 12"/>
          <p:cNvSpPr/>
          <p:nvPr/>
        </p:nvSpPr>
        <p:spPr>
          <a:xfrm>
            <a:off x="365760" y="2414016"/>
            <a:ext cx="426720" cy="426720"/>
          </a:xfrm>
          <a:prstGeom prst="rect">
            <a:avLst/>
          </a:prstGeom>
          <a:noFill/>
          <a:ln/>
        </p:spPr>
        <p:txBody>
          <a:bodyPr wrap="square" lIns="0" tIns="0" rIns="0" bIns="0" rtlCol="0" anchor="ctr"/>
          <a:lstStyle/>
          <a:p>
            <a:pPr algn="ctr"/>
            <a:r>
              <a:rPr lang="en-US" sz="1333" b="1" dirty="0">
                <a:solidFill>
                  <a:srgbClr val="0D1B3E"/>
                </a:solidFill>
              </a:rPr>
              <a:t>3</a:t>
            </a:r>
            <a:endParaRPr lang="en-US" sz="1333" dirty="0"/>
          </a:p>
        </p:txBody>
      </p:sp>
      <p:sp>
        <p:nvSpPr>
          <p:cNvPr id="15" name="Text 13"/>
          <p:cNvSpPr/>
          <p:nvPr/>
        </p:nvSpPr>
        <p:spPr>
          <a:xfrm>
            <a:off x="877824" y="2414016"/>
            <a:ext cx="1706880" cy="426720"/>
          </a:xfrm>
          <a:prstGeom prst="rect">
            <a:avLst/>
          </a:prstGeom>
          <a:noFill/>
          <a:ln/>
        </p:spPr>
        <p:txBody>
          <a:bodyPr wrap="square" lIns="0" tIns="0" rIns="0" bIns="0" rtlCol="0" anchor="ctr"/>
          <a:lstStyle/>
          <a:p>
            <a:r>
              <a:rPr lang="en-US" sz="1267" b="1" dirty="0">
                <a:solidFill>
                  <a:srgbClr val="0D1B3E"/>
                </a:solidFill>
              </a:rPr>
              <a:t>Missing Values: </a:t>
            </a:r>
            <a:endParaRPr lang="en-US" sz="1267" dirty="0"/>
          </a:p>
        </p:txBody>
      </p:sp>
      <p:sp>
        <p:nvSpPr>
          <p:cNvPr id="16" name="Text 14"/>
          <p:cNvSpPr/>
          <p:nvPr/>
        </p:nvSpPr>
        <p:spPr>
          <a:xfrm>
            <a:off x="2560320" y="2414016"/>
            <a:ext cx="3779520" cy="426720"/>
          </a:xfrm>
          <a:prstGeom prst="rect">
            <a:avLst/>
          </a:prstGeom>
          <a:noFill/>
          <a:ln/>
        </p:spPr>
        <p:txBody>
          <a:bodyPr wrap="square" lIns="0" tIns="0" rIns="0" bIns="0" rtlCol="0" anchor="ctr"/>
          <a:lstStyle/>
          <a:p>
            <a:r>
              <a:rPr lang="en-US" sz="1200" dirty="0">
                <a:solidFill>
                  <a:srgbClr val="546E7A"/>
                </a:solidFill>
              </a:rPr>
              <a:t>Zero missing values across all 18 columns</a:t>
            </a:r>
            <a:endParaRPr lang="en-US" sz="1200" dirty="0"/>
          </a:p>
        </p:txBody>
      </p:sp>
      <p:sp>
        <p:nvSpPr>
          <p:cNvPr id="17" name="Shape 15"/>
          <p:cNvSpPr/>
          <p:nvPr/>
        </p:nvSpPr>
        <p:spPr>
          <a:xfrm>
            <a:off x="365760" y="3084576"/>
            <a:ext cx="426720" cy="426720"/>
          </a:xfrm>
          <a:prstGeom prst="ellipse">
            <a:avLst/>
          </a:prstGeom>
          <a:solidFill>
            <a:srgbClr val="00BCD4"/>
          </a:solidFill>
          <a:ln w="12700">
            <a:solidFill>
              <a:srgbClr val="00BCD4"/>
            </a:solidFill>
            <a:prstDash val="solid"/>
          </a:ln>
        </p:spPr>
        <p:txBody>
          <a:bodyPr/>
          <a:lstStyle/>
          <a:p>
            <a:endParaRPr lang="en-IN" sz="2400" dirty="0"/>
          </a:p>
        </p:txBody>
      </p:sp>
      <p:sp>
        <p:nvSpPr>
          <p:cNvPr id="18" name="Text 16"/>
          <p:cNvSpPr/>
          <p:nvPr/>
        </p:nvSpPr>
        <p:spPr>
          <a:xfrm>
            <a:off x="365760" y="3084576"/>
            <a:ext cx="426720" cy="426720"/>
          </a:xfrm>
          <a:prstGeom prst="rect">
            <a:avLst/>
          </a:prstGeom>
          <a:noFill/>
          <a:ln/>
        </p:spPr>
        <p:txBody>
          <a:bodyPr wrap="square" lIns="0" tIns="0" rIns="0" bIns="0" rtlCol="0" anchor="ctr"/>
          <a:lstStyle/>
          <a:p>
            <a:pPr algn="ctr"/>
            <a:r>
              <a:rPr lang="en-US" sz="1333" b="1" dirty="0">
                <a:solidFill>
                  <a:srgbClr val="0D1B3E"/>
                </a:solidFill>
              </a:rPr>
              <a:t>4</a:t>
            </a:r>
            <a:endParaRPr lang="en-US" sz="1333" dirty="0"/>
          </a:p>
        </p:txBody>
      </p:sp>
      <p:sp>
        <p:nvSpPr>
          <p:cNvPr id="19" name="Text 17"/>
          <p:cNvSpPr/>
          <p:nvPr/>
        </p:nvSpPr>
        <p:spPr>
          <a:xfrm>
            <a:off x="877824" y="3084576"/>
            <a:ext cx="1706880" cy="426720"/>
          </a:xfrm>
          <a:prstGeom prst="rect">
            <a:avLst/>
          </a:prstGeom>
          <a:noFill/>
          <a:ln/>
        </p:spPr>
        <p:txBody>
          <a:bodyPr wrap="square" lIns="0" tIns="0" rIns="0" bIns="0" rtlCol="0" anchor="ctr"/>
          <a:lstStyle/>
          <a:p>
            <a:r>
              <a:rPr lang="en-US" sz="1267" b="1" dirty="0">
                <a:solidFill>
                  <a:srgbClr val="0D1B3E"/>
                </a:solidFill>
              </a:rPr>
              <a:t>Data Type Fix: </a:t>
            </a:r>
            <a:endParaRPr lang="en-US" sz="1267" dirty="0"/>
          </a:p>
        </p:txBody>
      </p:sp>
      <p:sp>
        <p:nvSpPr>
          <p:cNvPr id="20" name="Text 18"/>
          <p:cNvSpPr/>
          <p:nvPr/>
        </p:nvSpPr>
        <p:spPr>
          <a:xfrm>
            <a:off x="2560320" y="3084576"/>
            <a:ext cx="3779520" cy="426720"/>
          </a:xfrm>
          <a:prstGeom prst="rect">
            <a:avLst/>
          </a:prstGeom>
          <a:noFill/>
          <a:ln/>
        </p:spPr>
        <p:txBody>
          <a:bodyPr wrap="square" lIns="0" tIns="0" rIns="0" bIns="0" rtlCol="0" anchor="ctr"/>
          <a:lstStyle/>
          <a:p>
            <a:r>
              <a:rPr lang="en-US" sz="1200" dirty="0">
                <a:solidFill>
                  <a:srgbClr val="546E7A"/>
                </a:solidFill>
              </a:rPr>
              <a:t>Revenue &amp; Weekend converted from bool → int</a:t>
            </a:r>
            <a:endParaRPr lang="en-US" sz="1200" dirty="0"/>
          </a:p>
        </p:txBody>
      </p:sp>
      <p:sp>
        <p:nvSpPr>
          <p:cNvPr id="21" name="Shape 19"/>
          <p:cNvSpPr/>
          <p:nvPr/>
        </p:nvSpPr>
        <p:spPr>
          <a:xfrm>
            <a:off x="365760" y="3755136"/>
            <a:ext cx="426720" cy="426720"/>
          </a:xfrm>
          <a:prstGeom prst="ellipse">
            <a:avLst/>
          </a:prstGeom>
          <a:solidFill>
            <a:srgbClr val="00BCD4"/>
          </a:solidFill>
          <a:ln w="12700">
            <a:solidFill>
              <a:srgbClr val="00BCD4"/>
            </a:solidFill>
            <a:prstDash val="solid"/>
          </a:ln>
        </p:spPr>
        <p:txBody>
          <a:bodyPr/>
          <a:lstStyle/>
          <a:p>
            <a:endParaRPr lang="en-IN" sz="2400" dirty="0"/>
          </a:p>
        </p:txBody>
      </p:sp>
      <p:sp>
        <p:nvSpPr>
          <p:cNvPr id="22" name="Text 20"/>
          <p:cNvSpPr/>
          <p:nvPr/>
        </p:nvSpPr>
        <p:spPr>
          <a:xfrm>
            <a:off x="365760" y="3755136"/>
            <a:ext cx="426720" cy="426720"/>
          </a:xfrm>
          <a:prstGeom prst="rect">
            <a:avLst/>
          </a:prstGeom>
          <a:noFill/>
          <a:ln/>
        </p:spPr>
        <p:txBody>
          <a:bodyPr wrap="square" lIns="0" tIns="0" rIns="0" bIns="0" rtlCol="0" anchor="ctr"/>
          <a:lstStyle/>
          <a:p>
            <a:pPr algn="ctr"/>
            <a:r>
              <a:rPr lang="en-US" sz="1333" b="1" dirty="0">
                <a:solidFill>
                  <a:srgbClr val="0D1B3E"/>
                </a:solidFill>
              </a:rPr>
              <a:t>5</a:t>
            </a:r>
            <a:endParaRPr lang="en-US" sz="1333" dirty="0"/>
          </a:p>
        </p:txBody>
      </p:sp>
      <p:sp>
        <p:nvSpPr>
          <p:cNvPr id="23" name="Text 21"/>
          <p:cNvSpPr/>
          <p:nvPr/>
        </p:nvSpPr>
        <p:spPr>
          <a:xfrm>
            <a:off x="877824" y="3755136"/>
            <a:ext cx="1706880" cy="426720"/>
          </a:xfrm>
          <a:prstGeom prst="rect">
            <a:avLst/>
          </a:prstGeom>
          <a:noFill/>
          <a:ln/>
        </p:spPr>
        <p:txBody>
          <a:bodyPr wrap="square" lIns="0" tIns="0" rIns="0" bIns="0" rtlCol="0" anchor="ctr"/>
          <a:lstStyle/>
          <a:p>
            <a:r>
              <a:rPr lang="en-US" sz="1267" b="1" dirty="0">
                <a:solidFill>
                  <a:srgbClr val="0D1B3E"/>
                </a:solidFill>
              </a:rPr>
              <a:t>Month Fix: </a:t>
            </a:r>
            <a:endParaRPr lang="en-US" sz="1267" dirty="0"/>
          </a:p>
        </p:txBody>
      </p:sp>
      <p:sp>
        <p:nvSpPr>
          <p:cNvPr id="24" name="Text 22"/>
          <p:cNvSpPr/>
          <p:nvPr/>
        </p:nvSpPr>
        <p:spPr>
          <a:xfrm>
            <a:off x="2560320" y="3755136"/>
            <a:ext cx="3779520" cy="426720"/>
          </a:xfrm>
          <a:prstGeom prst="rect">
            <a:avLst/>
          </a:prstGeom>
          <a:noFill/>
          <a:ln/>
        </p:spPr>
        <p:txBody>
          <a:bodyPr wrap="square" lIns="0" tIns="0" rIns="0" bIns="0" rtlCol="0" anchor="ctr"/>
          <a:lstStyle/>
          <a:p>
            <a:r>
              <a:rPr lang="en-US" sz="1200" dirty="0">
                <a:solidFill>
                  <a:srgbClr val="546E7A"/>
                </a:solidFill>
              </a:rPr>
              <a:t>'June' → 'Jun' for consistency</a:t>
            </a:r>
            <a:endParaRPr lang="en-US" sz="1200" dirty="0"/>
          </a:p>
        </p:txBody>
      </p:sp>
      <p:sp>
        <p:nvSpPr>
          <p:cNvPr id="25" name="Shape 23"/>
          <p:cNvSpPr/>
          <p:nvPr/>
        </p:nvSpPr>
        <p:spPr>
          <a:xfrm>
            <a:off x="365760" y="4425696"/>
            <a:ext cx="426720" cy="426720"/>
          </a:xfrm>
          <a:prstGeom prst="ellipse">
            <a:avLst/>
          </a:prstGeom>
          <a:solidFill>
            <a:srgbClr val="00BCD4"/>
          </a:solidFill>
          <a:ln w="12700">
            <a:solidFill>
              <a:srgbClr val="00BCD4"/>
            </a:solidFill>
            <a:prstDash val="solid"/>
          </a:ln>
        </p:spPr>
        <p:txBody>
          <a:bodyPr/>
          <a:lstStyle/>
          <a:p>
            <a:endParaRPr lang="en-IN" sz="2400" dirty="0"/>
          </a:p>
        </p:txBody>
      </p:sp>
      <p:sp>
        <p:nvSpPr>
          <p:cNvPr id="26" name="Text 24"/>
          <p:cNvSpPr/>
          <p:nvPr/>
        </p:nvSpPr>
        <p:spPr>
          <a:xfrm>
            <a:off x="365760" y="4425696"/>
            <a:ext cx="426720" cy="426720"/>
          </a:xfrm>
          <a:prstGeom prst="rect">
            <a:avLst/>
          </a:prstGeom>
          <a:noFill/>
          <a:ln/>
        </p:spPr>
        <p:txBody>
          <a:bodyPr wrap="square" lIns="0" tIns="0" rIns="0" bIns="0" rtlCol="0" anchor="ctr"/>
          <a:lstStyle/>
          <a:p>
            <a:pPr algn="ctr"/>
            <a:r>
              <a:rPr lang="en-US" sz="1333" b="1" dirty="0">
                <a:solidFill>
                  <a:srgbClr val="0D1B3E"/>
                </a:solidFill>
              </a:rPr>
              <a:t>6</a:t>
            </a:r>
            <a:endParaRPr lang="en-US" sz="1333" dirty="0"/>
          </a:p>
        </p:txBody>
      </p:sp>
      <p:sp>
        <p:nvSpPr>
          <p:cNvPr id="27" name="Text 25"/>
          <p:cNvSpPr/>
          <p:nvPr/>
        </p:nvSpPr>
        <p:spPr>
          <a:xfrm>
            <a:off x="877824" y="4425696"/>
            <a:ext cx="1706880" cy="426720"/>
          </a:xfrm>
          <a:prstGeom prst="rect">
            <a:avLst/>
          </a:prstGeom>
          <a:noFill/>
          <a:ln/>
        </p:spPr>
        <p:txBody>
          <a:bodyPr wrap="square" lIns="0" tIns="0" rIns="0" bIns="0" rtlCol="0" anchor="ctr"/>
          <a:lstStyle/>
          <a:p>
            <a:r>
              <a:rPr lang="en-US" sz="1267" b="1" dirty="0">
                <a:solidFill>
                  <a:srgbClr val="0D1B3E"/>
                </a:solidFill>
              </a:rPr>
              <a:t>Validation: </a:t>
            </a:r>
            <a:endParaRPr lang="en-US" sz="1267" dirty="0"/>
          </a:p>
        </p:txBody>
      </p:sp>
      <p:sp>
        <p:nvSpPr>
          <p:cNvPr id="28" name="Text 26"/>
          <p:cNvSpPr/>
          <p:nvPr/>
        </p:nvSpPr>
        <p:spPr>
          <a:xfrm>
            <a:off x="2560320" y="4425696"/>
            <a:ext cx="3779520" cy="426720"/>
          </a:xfrm>
          <a:prstGeom prst="rect">
            <a:avLst/>
          </a:prstGeom>
          <a:noFill/>
          <a:ln/>
        </p:spPr>
        <p:txBody>
          <a:bodyPr wrap="square" lIns="0" tIns="0" rIns="0" bIns="0" rtlCol="0" anchor="ctr"/>
          <a:lstStyle/>
          <a:p>
            <a:r>
              <a:rPr lang="en-US" sz="1200" dirty="0">
                <a:solidFill>
                  <a:srgbClr val="546E7A"/>
                </a:solidFill>
              </a:rPr>
              <a:t>BounceRate &amp; ExitRate within [0,1] — no invalid values</a:t>
            </a:r>
            <a:endParaRPr lang="en-US" sz="1200" dirty="0"/>
          </a:p>
        </p:txBody>
      </p:sp>
      <p:sp>
        <p:nvSpPr>
          <p:cNvPr id="29" name="Shape 27"/>
          <p:cNvSpPr/>
          <p:nvPr/>
        </p:nvSpPr>
        <p:spPr>
          <a:xfrm>
            <a:off x="365760" y="5096256"/>
            <a:ext cx="426720" cy="426720"/>
          </a:xfrm>
          <a:prstGeom prst="ellipse">
            <a:avLst/>
          </a:prstGeom>
          <a:solidFill>
            <a:srgbClr val="00BCD4"/>
          </a:solidFill>
          <a:ln w="12700">
            <a:solidFill>
              <a:srgbClr val="00BCD4"/>
            </a:solidFill>
            <a:prstDash val="solid"/>
          </a:ln>
        </p:spPr>
        <p:txBody>
          <a:bodyPr/>
          <a:lstStyle/>
          <a:p>
            <a:endParaRPr lang="en-IN" sz="2400" dirty="0"/>
          </a:p>
        </p:txBody>
      </p:sp>
      <p:sp>
        <p:nvSpPr>
          <p:cNvPr id="30" name="Text 28"/>
          <p:cNvSpPr/>
          <p:nvPr/>
        </p:nvSpPr>
        <p:spPr>
          <a:xfrm>
            <a:off x="365760" y="5096256"/>
            <a:ext cx="426720" cy="426720"/>
          </a:xfrm>
          <a:prstGeom prst="rect">
            <a:avLst/>
          </a:prstGeom>
          <a:noFill/>
          <a:ln/>
        </p:spPr>
        <p:txBody>
          <a:bodyPr wrap="square" lIns="0" tIns="0" rIns="0" bIns="0" rtlCol="0" anchor="ctr"/>
          <a:lstStyle/>
          <a:p>
            <a:pPr algn="ctr"/>
            <a:r>
              <a:rPr lang="en-US" sz="1333" b="1" dirty="0">
                <a:solidFill>
                  <a:srgbClr val="0D1B3E"/>
                </a:solidFill>
              </a:rPr>
              <a:t>7</a:t>
            </a:r>
            <a:endParaRPr lang="en-US" sz="1333" dirty="0"/>
          </a:p>
        </p:txBody>
      </p:sp>
      <p:sp>
        <p:nvSpPr>
          <p:cNvPr id="31" name="Text 29"/>
          <p:cNvSpPr/>
          <p:nvPr/>
        </p:nvSpPr>
        <p:spPr>
          <a:xfrm>
            <a:off x="877824" y="5096256"/>
            <a:ext cx="1706880" cy="426720"/>
          </a:xfrm>
          <a:prstGeom prst="rect">
            <a:avLst/>
          </a:prstGeom>
          <a:noFill/>
          <a:ln/>
        </p:spPr>
        <p:txBody>
          <a:bodyPr wrap="square" lIns="0" tIns="0" rIns="0" bIns="0" rtlCol="0" anchor="ctr"/>
          <a:lstStyle/>
          <a:p>
            <a:r>
              <a:rPr lang="en-US" sz="1267" b="1" dirty="0">
                <a:solidFill>
                  <a:srgbClr val="0D1B3E"/>
                </a:solidFill>
              </a:rPr>
              <a:t>Feature Engineering: </a:t>
            </a:r>
            <a:endParaRPr lang="en-US" sz="1267" dirty="0"/>
          </a:p>
        </p:txBody>
      </p:sp>
      <p:sp>
        <p:nvSpPr>
          <p:cNvPr id="32" name="Text 30"/>
          <p:cNvSpPr/>
          <p:nvPr/>
        </p:nvSpPr>
        <p:spPr>
          <a:xfrm>
            <a:off x="2560320" y="5096256"/>
            <a:ext cx="3779520" cy="426720"/>
          </a:xfrm>
          <a:prstGeom prst="rect">
            <a:avLst/>
          </a:prstGeom>
          <a:noFill/>
          <a:ln/>
        </p:spPr>
        <p:txBody>
          <a:bodyPr wrap="square" lIns="0" tIns="0" rIns="0" bIns="0" rtlCol="0" anchor="ctr"/>
          <a:lstStyle/>
          <a:p>
            <a:r>
              <a:rPr lang="en-US" sz="1200" dirty="0">
                <a:solidFill>
                  <a:srgbClr val="546E7A"/>
                </a:solidFill>
              </a:rPr>
              <a:t>TotalPages &amp; TotalDuration created from sub-features</a:t>
            </a:r>
            <a:endParaRPr lang="en-US" sz="1200" dirty="0"/>
          </a:p>
        </p:txBody>
      </p:sp>
      <p:sp>
        <p:nvSpPr>
          <p:cNvPr id="33" name="Shape 31"/>
          <p:cNvSpPr/>
          <p:nvPr/>
        </p:nvSpPr>
        <p:spPr>
          <a:xfrm>
            <a:off x="6461760" y="1072896"/>
            <a:ext cx="5364480" cy="4267200"/>
          </a:xfrm>
          <a:prstGeom prst="rect">
            <a:avLst/>
          </a:prstGeom>
          <a:solidFill>
            <a:srgbClr val="1E2933"/>
          </a:solidFill>
          <a:ln w="12700">
            <a:solidFill>
              <a:srgbClr val="00BCD4"/>
            </a:solidFill>
            <a:prstDash val="solid"/>
          </a:ln>
        </p:spPr>
        <p:txBody>
          <a:bodyPr/>
          <a:lstStyle/>
          <a:p>
            <a:endParaRPr lang="en-IN" sz="2400" dirty="0"/>
          </a:p>
        </p:txBody>
      </p:sp>
      <p:sp>
        <p:nvSpPr>
          <p:cNvPr id="36" name="Text 34"/>
          <p:cNvSpPr/>
          <p:nvPr/>
        </p:nvSpPr>
        <p:spPr>
          <a:xfrm>
            <a:off x="6608064" y="1194816"/>
            <a:ext cx="5071872" cy="4023360"/>
          </a:xfrm>
          <a:prstGeom prst="rect">
            <a:avLst/>
          </a:prstGeom>
          <a:noFill/>
          <a:ln/>
        </p:spPr>
        <p:txBody>
          <a:bodyPr wrap="square" lIns="0" tIns="0" rIns="0" bIns="0" rtlCol="0" anchor="t"/>
          <a:lstStyle/>
          <a:p>
            <a:r>
              <a:rPr lang="en-US" sz="1133" dirty="0">
                <a:solidFill>
                  <a:schemeClr val="accent6">
                    <a:lumMod val="20000"/>
                    <a:lumOff val="80000"/>
                  </a:schemeClr>
                </a:solidFill>
                <a:latin typeface="Consolas" pitchFamily="34" charset="0"/>
                <a:ea typeface="Consolas" pitchFamily="34" charset="-122"/>
                <a:cs typeface="Consolas" pitchFamily="34" charset="-120"/>
              </a:rPr>
              <a:t># Remove exact duplicates</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df.drop_duplicates(inplace=True)</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print("Shape:", df.shape)  # (12205, 18)</a:t>
            </a:r>
            <a:endParaRPr lang="en-US" sz="1133" dirty="0">
              <a:solidFill>
                <a:schemeClr val="accent6">
                  <a:lumMod val="20000"/>
                  <a:lumOff val="80000"/>
                </a:schemeClr>
              </a:solidFill>
            </a:endParaRPr>
          </a:p>
          <a:p>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Fix dtypes</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df["Revenue"] = df["Revenue"].astype(int)</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df["Weekend"] = df["Weekend"].astype(int)</a:t>
            </a:r>
            <a:endParaRPr lang="en-US" sz="1133" dirty="0">
              <a:solidFill>
                <a:schemeClr val="accent6">
                  <a:lumMod val="20000"/>
                  <a:lumOff val="80000"/>
                </a:schemeClr>
              </a:solidFill>
            </a:endParaRPr>
          </a:p>
          <a:p>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Fix month inconsistency</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df["Month"] = df["Month"].replace("June","Jun")</a:t>
            </a:r>
            <a:endParaRPr lang="en-US" sz="1133" dirty="0">
              <a:solidFill>
                <a:schemeClr val="accent6">
                  <a:lumMod val="20000"/>
                  <a:lumOff val="80000"/>
                </a:schemeClr>
              </a:solidFill>
            </a:endParaRPr>
          </a:p>
          <a:p>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Feature engineering</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df['TotalPages'] = (df['Administrative']</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 df['Informational']</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 df['ProductRelated'])</a:t>
            </a:r>
            <a:endParaRPr lang="en-US" sz="1133" dirty="0">
              <a:solidFill>
                <a:schemeClr val="accent6">
                  <a:lumMod val="20000"/>
                  <a:lumOff val="80000"/>
                </a:schemeClr>
              </a:solidFill>
            </a:endParaRPr>
          </a:p>
          <a:p>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df['TotalDuration'] = (</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df['Administrative_Duration']</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 df['Informational_Duration']</a:t>
            </a:r>
            <a:endParaRPr lang="en-US" sz="1133" dirty="0">
              <a:solidFill>
                <a:schemeClr val="accent6">
                  <a:lumMod val="20000"/>
                  <a:lumOff val="80000"/>
                </a:schemeClr>
              </a:solidFill>
            </a:endParaRPr>
          </a:p>
          <a:p>
            <a:r>
              <a:rPr lang="en-US" sz="1133" dirty="0">
                <a:solidFill>
                  <a:schemeClr val="accent6">
                    <a:lumMod val="20000"/>
                    <a:lumOff val="80000"/>
                  </a:schemeClr>
                </a:solidFill>
                <a:latin typeface="Consolas" pitchFamily="34" charset="0"/>
                <a:ea typeface="Consolas" pitchFamily="34" charset="-122"/>
                <a:cs typeface="Consolas" pitchFamily="34" charset="-120"/>
              </a:rPr>
              <a:t>  + df['ProductRelated_Duration’])</a:t>
            </a:r>
          </a:p>
          <a:p>
            <a:endParaRPr lang="en-US" sz="1133" dirty="0">
              <a:solidFill>
                <a:schemeClr val="accent6">
                  <a:lumMod val="20000"/>
                  <a:lumOff val="80000"/>
                </a:schemeClr>
              </a:solidFill>
              <a:latin typeface="Consolas" pitchFamily="34" charset="0"/>
            </a:endParaRPr>
          </a:p>
          <a:p>
            <a:pPr>
              <a:lnSpc>
                <a:spcPct val="115000"/>
              </a:lnSpc>
            </a:pPr>
            <a:r>
              <a:rPr lang="en-US" sz="1100" dirty="0">
                <a:solidFill>
                  <a:schemeClr val="accent6">
                    <a:lumMod val="20000"/>
                    <a:lumOff val="80000"/>
                  </a:schemeClr>
                </a:solidFill>
                <a:latin typeface="Courier New" pitchFamily="34" charset="0"/>
                <a:ea typeface="Courier New" pitchFamily="34" charset="-122"/>
                <a:cs typeface="Courier New" pitchFamily="34" charset="-120"/>
              </a:rPr>
              <a:t># Missing value scan</a:t>
            </a:r>
            <a:endParaRPr lang="en-US" sz="1100" dirty="0">
              <a:solidFill>
                <a:schemeClr val="accent6">
                  <a:lumMod val="20000"/>
                  <a:lumOff val="80000"/>
                </a:schemeClr>
              </a:solidFill>
            </a:endParaRPr>
          </a:p>
          <a:p>
            <a:pPr>
              <a:lnSpc>
                <a:spcPct val="115000"/>
              </a:lnSpc>
            </a:pPr>
            <a:r>
              <a:rPr lang="en-US" sz="1100" dirty="0">
                <a:solidFill>
                  <a:schemeClr val="accent6">
                    <a:lumMod val="20000"/>
                    <a:lumOff val="80000"/>
                  </a:schemeClr>
                </a:solidFill>
                <a:latin typeface="Courier New" pitchFamily="34" charset="0"/>
                <a:ea typeface="Courier New" pitchFamily="34" charset="-122"/>
                <a:cs typeface="Courier New" pitchFamily="34" charset="-120"/>
              </a:rPr>
              <a:t>df.isnull().sum()</a:t>
            </a:r>
            <a:endParaRPr lang="en-US" sz="1100" dirty="0">
              <a:solidFill>
                <a:schemeClr val="accent6">
                  <a:lumMod val="20000"/>
                  <a:lumOff val="80000"/>
                </a:schemeClr>
              </a:solidFill>
            </a:endParaRPr>
          </a:p>
          <a:p>
            <a:endParaRPr lang="en-US" sz="1133" dirty="0">
              <a:solidFill>
                <a:schemeClr val="accent6">
                  <a:lumMod val="20000"/>
                  <a:lumOff val="80000"/>
                </a:schemeClr>
              </a:solidFill>
            </a:endParaRPr>
          </a:p>
        </p:txBody>
      </p:sp>
      <p:sp>
        <p:nvSpPr>
          <p:cNvPr id="37" name="Shape 35"/>
          <p:cNvSpPr/>
          <p:nvPr/>
        </p:nvSpPr>
        <p:spPr>
          <a:xfrm>
            <a:off x="365760" y="5852160"/>
            <a:ext cx="2560320" cy="792480"/>
          </a:xfrm>
          <a:prstGeom prst="rect">
            <a:avLst/>
          </a:prstGeom>
          <a:solidFill>
            <a:schemeClr val="accent5">
              <a:lumMod val="20000"/>
              <a:lumOff val="80000"/>
            </a:schemeClr>
          </a:solidFill>
          <a:ln w="12700">
            <a:solidFill>
              <a:srgbClr val="00B0F0"/>
            </a:solidFill>
            <a:prstDash val="solid"/>
          </a:ln>
          <a:effectLst>
            <a:outerShdw blurRad="101600" dist="38100" dir="8100000" algn="bl" rotWithShape="0">
              <a:srgbClr val="000000">
                <a:alpha val="12000"/>
              </a:srgbClr>
            </a:outerShdw>
          </a:effectLst>
        </p:spPr>
        <p:txBody>
          <a:bodyPr/>
          <a:lstStyle/>
          <a:p>
            <a:endParaRPr lang="en-IN" sz="2400" dirty="0"/>
          </a:p>
        </p:txBody>
      </p:sp>
      <p:sp>
        <p:nvSpPr>
          <p:cNvPr id="38" name="Text 36"/>
          <p:cNvSpPr/>
          <p:nvPr/>
        </p:nvSpPr>
        <p:spPr>
          <a:xfrm>
            <a:off x="365760" y="5998464"/>
            <a:ext cx="2560320" cy="435864"/>
          </a:xfrm>
          <a:prstGeom prst="rect">
            <a:avLst/>
          </a:prstGeom>
          <a:noFill/>
          <a:ln/>
        </p:spPr>
        <p:txBody>
          <a:bodyPr wrap="square" lIns="0" tIns="0" rIns="0" bIns="0" rtlCol="0" anchor="ctr"/>
          <a:lstStyle/>
          <a:p>
            <a:pPr algn="ctr"/>
            <a:r>
              <a:rPr lang="en-US" sz="2933" b="1" dirty="0">
                <a:solidFill>
                  <a:srgbClr val="00B0F0"/>
                </a:solidFill>
              </a:rPr>
              <a:t>125</a:t>
            </a:r>
            <a:endParaRPr lang="en-US" sz="2933" dirty="0">
              <a:solidFill>
                <a:srgbClr val="00B0F0"/>
              </a:solidFill>
            </a:endParaRPr>
          </a:p>
        </p:txBody>
      </p:sp>
      <p:sp>
        <p:nvSpPr>
          <p:cNvPr id="39" name="Text 37"/>
          <p:cNvSpPr/>
          <p:nvPr/>
        </p:nvSpPr>
        <p:spPr>
          <a:xfrm>
            <a:off x="365760" y="6327648"/>
            <a:ext cx="2560320" cy="285293"/>
          </a:xfrm>
          <a:prstGeom prst="rect">
            <a:avLst/>
          </a:prstGeom>
          <a:noFill/>
          <a:ln/>
        </p:spPr>
        <p:txBody>
          <a:bodyPr wrap="square" lIns="0" tIns="0" rIns="0" bIns="0" rtlCol="0" anchor="ctr"/>
          <a:lstStyle/>
          <a:p>
            <a:pPr algn="ctr"/>
            <a:r>
              <a:rPr lang="en-US" sz="1200" dirty="0">
                <a:solidFill>
                  <a:schemeClr val="accent1">
                    <a:lumMod val="50000"/>
                  </a:schemeClr>
                </a:solidFill>
              </a:rPr>
              <a:t>Duplicates Removed</a:t>
            </a:r>
          </a:p>
        </p:txBody>
      </p:sp>
      <p:sp>
        <p:nvSpPr>
          <p:cNvPr id="40" name="Shape 38"/>
          <p:cNvSpPr/>
          <p:nvPr/>
        </p:nvSpPr>
        <p:spPr>
          <a:xfrm>
            <a:off x="3291840" y="5852160"/>
            <a:ext cx="2560320" cy="792480"/>
          </a:xfrm>
          <a:prstGeom prst="rect">
            <a:avLst/>
          </a:prstGeom>
          <a:solidFill>
            <a:schemeClr val="accent5">
              <a:lumMod val="20000"/>
              <a:lumOff val="80000"/>
            </a:schemeClr>
          </a:solidFill>
          <a:ln w="12700">
            <a:solidFill>
              <a:srgbClr val="00B0F0"/>
            </a:solidFill>
            <a:prstDash val="solid"/>
          </a:ln>
          <a:effectLst>
            <a:outerShdw blurRad="101600" dist="38100" dir="8100000" algn="bl" rotWithShape="0">
              <a:srgbClr val="000000">
                <a:alpha val="12000"/>
              </a:srgbClr>
            </a:outerShdw>
          </a:effectLst>
        </p:spPr>
        <p:txBody>
          <a:bodyPr/>
          <a:lstStyle/>
          <a:p>
            <a:endParaRPr lang="en-IN" sz="2400" dirty="0"/>
          </a:p>
        </p:txBody>
      </p:sp>
      <p:sp>
        <p:nvSpPr>
          <p:cNvPr id="41" name="Text 39"/>
          <p:cNvSpPr/>
          <p:nvPr/>
        </p:nvSpPr>
        <p:spPr>
          <a:xfrm>
            <a:off x="3291840" y="5998464"/>
            <a:ext cx="2560320" cy="435864"/>
          </a:xfrm>
          <a:prstGeom prst="rect">
            <a:avLst/>
          </a:prstGeom>
          <a:noFill/>
          <a:ln/>
        </p:spPr>
        <p:txBody>
          <a:bodyPr wrap="square" lIns="0" tIns="0" rIns="0" bIns="0" rtlCol="0" anchor="ctr"/>
          <a:lstStyle/>
          <a:p>
            <a:pPr algn="ctr"/>
            <a:r>
              <a:rPr lang="en-US" sz="2933" b="1" dirty="0">
                <a:solidFill>
                  <a:srgbClr val="00B0F0"/>
                </a:solidFill>
              </a:rPr>
              <a:t>12,205</a:t>
            </a:r>
            <a:endParaRPr lang="en-US" sz="2933" dirty="0">
              <a:solidFill>
                <a:srgbClr val="00B0F0"/>
              </a:solidFill>
            </a:endParaRPr>
          </a:p>
        </p:txBody>
      </p:sp>
      <p:sp>
        <p:nvSpPr>
          <p:cNvPr id="42" name="Text 40"/>
          <p:cNvSpPr/>
          <p:nvPr/>
        </p:nvSpPr>
        <p:spPr>
          <a:xfrm>
            <a:off x="3291840" y="6327648"/>
            <a:ext cx="2560320" cy="285293"/>
          </a:xfrm>
          <a:prstGeom prst="rect">
            <a:avLst/>
          </a:prstGeom>
          <a:noFill/>
          <a:ln/>
        </p:spPr>
        <p:txBody>
          <a:bodyPr wrap="square" lIns="0" tIns="0" rIns="0" bIns="0" rtlCol="0" anchor="ctr"/>
          <a:lstStyle/>
          <a:p>
            <a:pPr algn="ctr"/>
            <a:r>
              <a:rPr lang="en-US" sz="1200" dirty="0">
                <a:solidFill>
                  <a:srgbClr val="002060"/>
                </a:solidFill>
              </a:rPr>
              <a:t>Clean Sessions</a:t>
            </a:r>
          </a:p>
        </p:txBody>
      </p:sp>
      <p:sp>
        <p:nvSpPr>
          <p:cNvPr id="43" name="Shape 41"/>
          <p:cNvSpPr/>
          <p:nvPr/>
        </p:nvSpPr>
        <p:spPr>
          <a:xfrm>
            <a:off x="6217920" y="5852160"/>
            <a:ext cx="2560320" cy="792480"/>
          </a:xfrm>
          <a:prstGeom prst="rect">
            <a:avLst/>
          </a:prstGeom>
          <a:solidFill>
            <a:schemeClr val="accent5">
              <a:lumMod val="20000"/>
              <a:lumOff val="80000"/>
            </a:schemeClr>
          </a:solidFill>
          <a:ln w="12700">
            <a:solidFill>
              <a:srgbClr val="00B0F0"/>
            </a:solidFill>
            <a:prstDash val="solid"/>
          </a:ln>
          <a:effectLst>
            <a:outerShdw blurRad="101600" dist="38100" dir="8100000" algn="bl" rotWithShape="0">
              <a:srgbClr val="000000">
                <a:alpha val="12000"/>
              </a:srgbClr>
            </a:outerShdw>
          </a:effectLst>
        </p:spPr>
        <p:txBody>
          <a:bodyPr/>
          <a:lstStyle/>
          <a:p>
            <a:endParaRPr lang="en-IN" sz="2400" dirty="0"/>
          </a:p>
        </p:txBody>
      </p:sp>
      <p:sp>
        <p:nvSpPr>
          <p:cNvPr id="44" name="Text 42"/>
          <p:cNvSpPr/>
          <p:nvPr/>
        </p:nvSpPr>
        <p:spPr>
          <a:xfrm>
            <a:off x="6217920" y="5998464"/>
            <a:ext cx="2560320" cy="435864"/>
          </a:xfrm>
          <a:prstGeom prst="rect">
            <a:avLst/>
          </a:prstGeom>
          <a:noFill/>
          <a:ln/>
        </p:spPr>
        <p:txBody>
          <a:bodyPr wrap="square" lIns="0" tIns="0" rIns="0" bIns="0" rtlCol="0" anchor="ctr"/>
          <a:lstStyle/>
          <a:p>
            <a:pPr algn="ctr"/>
            <a:r>
              <a:rPr lang="en-US" sz="2933" b="1" dirty="0">
                <a:solidFill>
                  <a:srgbClr val="00B0F0"/>
                </a:solidFill>
              </a:rPr>
              <a:t>0</a:t>
            </a:r>
            <a:endParaRPr lang="en-US" sz="2933" dirty="0">
              <a:solidFill>
                <a:srgbClr val="00B0F0"/>
              </a:solidFill>
            </a:endParaRPr>
          </a:p>
        </p:txBody>
      </p:sp>
      <p:sp>
        <p:nvSpPr>
          <p:cNvPr id="45" name="Text 43"/>
          <p:cNvSpPr/>
          <p:nvPr/>
        </p:nvSpPr>
        <p:spPr>
          <a:xfrm>
            <a:off x="6217920" y="6327648"/>
            <a:ext cx="2560320" cy="285293"/>
          </a:xfrm>
          <a:prstGeom prst="rect">
            <a:avLst/>
          </a:prstGeom>
          <a:noFill/>
          <a:ln/>
        </p:spPr>
        <p:txBody>
          <a:bodyPr wrap="square" lIns="0" tIns="0" rIns="0" bIns="0" rtlCol="0" anchor="ctr"/>
          <a:lstStyle/>
          <a:p>
            <a:pPr algn="ctr"/>
            <a:r>
              <a:rPr lang="en-US" sz="1200" dirty="0">
                <a:solidFill>
                  <a:srgbClr val="002060"/>
                </a:solidFill>
              </a:rPr>
              <a:t>Missing Values</a:t>
            </a:r>
          </a:p>
        </p:txBody>
      </p:sp>
      <p:sp>
        <p:nvSpPr>
          <p:cNvPr id="46" name="Shape 44"/>
          <p:cNvSpPr/>
          <p:nvPr/>
        </p:nvSpPr>
        <p:spPr>
          <a:xfrm>
            <a:off x="9144000" y="5852160"/>
            <a:ext cx="2560320" cy="792480"/>
          </a:xfrm>
          <a:prstGeom prst="rect">
            <a:avLst/>
          </a:prstGeom>
          <a:solidFill>
            <a:schemeClr val="accent5">
              <a:lumMod val="20000"/>
              <a:lumOff val="80000"/>
            </a:schemeClr>
          </a:solidFill>
          <a:ln w="12700">
            <a:solidFill>
              <a:srgbClr val="00B0F0"/>
            </a:solidFill>
            <a:prstDash val="solid"/>
          </a:ln>
          <a:effectLst>
            <a:outerShdw blurRad="101600" dist="38100" dir="8100000" algn="bl" rotWithShape="0">
              <a:srgbClr val="000000">
                <a:alpha val="12000"/>
              </a:srgbClr>
            </a:outerShdw>
          </a:effectLst>
        </p:spPr>
        <p:txBody>
          <a:bodyPr/>
          <a:lstStyle/>
          <a:p>
            <a:endParaRPr lang="en-IN" sz="2400" dirty="0"/>
          </a:p>
        </p:txBody>
      </p:sp>
      <p:sp>
        <p:nvSpPr>
          <p:cNvPr id="47" name="Text 45"/>
          <p:cNvSpPr/>
          <p:nvPr/>
        </p:nvSpPr>
        <p:spPr>
          <a:xfrm>
            <a:off x="9144000" y="5998464"/>
            <a:ext cx="2560320" cy="435864"/>
          </a:xfrm>
          <a:prstGeom prst="rect">
            <a:avLst/>
          </a:prstGeom>
          <a:noFill/>
          <a:ln/>
        </p:spPr>
        <p:txBody>
          <a:bodyPr wrap="square" lIns="0" tIns="0" rIns="0" bIns="0" rtlCol="0" anchor="ctr"/>
          <a:lstStyle/>
          <a:p>
            <a:pPr algn="ctr"/>
            <a:r>
              <a:rPr lang="en-US" sz="2933" b="1" dirty="0">
                <a:solidFill>
                  <a:srgbClr val="00B0F0"/>
                </a:solidFill>
              </a:rPr>
              <a:t>2</a:t>
            </a:r>
            <a:endParaRPr lang="en-US" sz="2933" dirty="0">
              <a:solidFill>
                <a:srgbClr val="00B0F0"/>
              </a:solidFill>
            </a:endParaRPr>
          </a:p>
        </p:txBody>
      </p:sp>
      <p:sp>
        <p:nvSpPr>
          <p:cNvPr id="48" name="Text 46"/>
          <p:cNvSpPr/>
          <p:nvPr/>
        </p:nvSpPr>
        <p:spPr>
          <a:xfrm>
            <a:off x="9144000" y="6327648"/>
            <a:ext cx="2560320" cy="285293"/>
          </a:xfrm>
          <a:prstGeom prst="rect">
            <a:avLst/>
          </a:prstGeom>
          <a:noFill/>
          <a:ln/>
        </p:spPr>
        <p:txBody>
          <a:bodyPr wrap="square" lIns="0" tIns="0" rIns="0" bIns="0" rtlCol="0" anchor="ctr"/>
          <a:lstStyle/>
          <a:p>
            <a:pPr algn="ctr"/>
            <a:r>
              <a:rPr lang="en-US" sz="1200" dirty="0">
                <a:solidFill>
                  <a:srgbClr val="002060"/>
                </a:solidFill>
              </a:rPr>
              <a:t>New Features Added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EXPLORATORY DATA ANALYSIS</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Univariate Analysis — Key Findings</a:t>
            </a:r>
            <a:endParaRPr lang="en-US" sz="3000" dirty="0"/>
          </a:p>
        </p:txBody>
      </p:sp>
      <p:sp>
        <p:nvSpPr>
          <p:cNvPr id="4" name="Text 2"/>
          <p:cNvSpPr/>
          <p:nvPr/>
        </p:nvSpPr>
        <p:spPr>
          <a:xfrm>
            <a:off x="548640" y="1463040"/>
            <a:ext cx="11064240" cy="457200"/>
          </a:xfrm>
          <a:prstGeom prst="rect">
            <a:avLst/>
          </a:prstGeom>
          <a:noFill/>
          <a:ln/>
        </p:spPr>
        <p:txBody>
          <a:bodyPr wrap="square" lIns="0" tIns="0" rIns="0" bIns="0" rtlCol="0" anchor="ctr"/>
          <a:lstStyle/>
          <a:p>
            <a:pPr marL="0" indent="0">
              <a:lnSpc>
                <a:spcPct val="120000"/>
              </a:lnSpc>
              <a:buNone/>
            </a:pPr>
            <a:r>
              <a:rPr lang="en-US" sz="1250" dirty="0">
                <a:solidFill>
                  <a:srgbClr val="5B6B82"/>
                </a:solidFill>
                <a:latin typeface="Calibri" pitchFamily="34" charset="0"/>
                <a:ea typeface="Calibri" pitchFamily="34" charset="-122"/>
                <a:cs typeface="Calibri" pitchFamily="34" charset="-120"/>
              </a:rPr>
              <a:t>Categorical variables (Region, Browser, TrafficType, Weekend) were analyzed by frequency distribution; numerical variables were analyzed via histograms and boxplots.</a:t>
            </a:r>
            <a:endParaRPr lang="en-US" sz="1250" dirty="0"/>
          </a:p>
        </p:txBody>
      </p:sp>
      <p:sp>
        <p:nvSpPr>
          <p:cNvPr id="5" name="Shape 3"/>
          <p:cNvSpPr/>
          <p:nvPr/>
        </p:nvSpPr>
        <p:spPr>
          <a:xfrm>
            <a:off x="548640" y="2103120"/>
            <a:ext cx="2724912" cy="2093976"/>
          </a:xfrm>
          <a:prstGeom prst="roundRect">
            <a:avLst>
              <a:gd name="adj" fmla="val 2685"/>
            </a:avLst>
          </a:prstGeom>
          <a:solidFill>
            <a:srgbClr val="F5F8FB"/>
          </a:solidFill>
          <a:ln/>
          <a:effectLst>
            <a:outerShdw blurRad="76200" dist="25400" dir="5400000" algn="bl" rotWithShape="0">
              <a:srgbClr val="000000">
                <a:alpha val="7000"/>
              </a:srgbClr>
            </a:outerShdw>
          </a:effectLst>
        </p:spPr>
        <p:txBody>
          <a:bodyPr/>
          <a:lstStyle/>
          <a:p>
            <a:endParaRPr lang="en-IN" dirty="0"/>
          </a:p>
        </p:txBody>
      </p:sp>
      <p:sp>
        <p:nvSpPr>
          <p:cNvPr id="6" name="Shape 4"/>
          <p:cNvSpPr/>
          <p:nvPr/>
        </p:nvSpPr>
        <p:spPr>
          <a:xfrm>
            <a:off x="749808" y="2331720"/>
            <a:ext cx="502920" cy="502920"/>
          </a:xfrm>
          <a:prstGeom prst="ellipse">
            <a:avLst/>
          </a:prstGeom>
          <a:solidFill>
            <a:srgbClr val="16233F"/>
          </a:solidFill>
          <a:ln/>
        </p:spPr>
        <p:txBody>
          <a:bodyPr/>
          <a:lstStyle/>
          <a:p>
            <a:endParaRPr lang="en-IN" dirty="0"/>
          </a:p>
        </p:txBody>
      </p:sp>
      <p:pic>
        <p:nvPicPr>
          <p:cNvPr id="7" name="Image 0" descr="/home/claude/ppt/icons/clock.png"/>
          <p:cNvPicPr>
            <a:picLocks noChangeAspect="1"/>
          </p:cNvPicPr>
          <p:nvPr/>
        </p:nvPicPr>
        <p:blipFill>
          <a:blip r:embed="rId3"/>
          <a:stretch>
            <a:fillRect/>
          </a:stretch>
        </p:blipFill>
        <p:spPr>
          <a:xfrm>
            <a:off x="868680" y="2450592"/>
            <a:ext cx="265176" cy="265176"/>
          </a:xfrm>
          <a:prstGeom prst="rect">
            <a:avLst/>
          </a:prstGeom>
        </p:spPr>
      </p:pic>
      <p:sp>
        <p:nvSpPr>
          <p:cNvPr id="8" name="Text 5"/>
          <p:cNvSpPr/>
          <p:nvPr/>
        </p:nvSpPr>
        <p:spPr>
          <a:xfrm>
            <a:off x="1353312" y="2194560"/>
            <a:ext cx="2359152" cy="777240"/>
          </a:xfrm>
          <a:prstGeom prst="rect">
            <a:avLst/>
          </a:prstGeom>
          <a:noFill/>
          <a:ln/>
        </p:spPr>
        <p:txBody>
          <a:bodyPr wrap="square" lIns="0" tIns="0" rIns="0" bIns="0" rtlCol="0" anchor="ctr"/>
          <a:lstStyle/>
          <a:p>
            <a:pPr marL="0" indent="0">
              <a:lnSpc>
                <a:spcPct val="115000"/>
              </a:lnSpc>
              <a:buNone/>
            </a:pPr>
            <a:r>
              <a:rPr lang="en-US" sz="1250" b="1" dirty="0">
                <a:solidFill>
                  <a:srgbClr val="16233F"/>
                </a:solidFill>
                <a:latin typeface="Calibri" pitchFamily="34" charset="0"/>
                <a:ea typeface="Calibri" pitchFamily="34" charset="-122"/>
                <a:cs typeface="Calibri" pitchFamily="34" charset="-120"/>
              </a:rPr>
              <a:t>Product Pages Dominate Engagement</a:t>
            </a:r>
            <a:endParaRPr lang="en-US" sz="1250" dirty="0"/>
          </a:p>
        </p:txBody>
      </p:sp>
      <p:sp>
        <p:nvSpPr>
          <p:cNvPr id="9" name="Text 6"/>
          <p:cNvSpPr/>
          <p:nvPr/>
        </p:nvSpPr>
        <p:spPr>
          <a:xfrm>
            <a:off x="768096" y="2670048"/>
            <a:ext cx="2359152" cy="1737360"/>
          </a:xfrm>
          <a:prstGeom prst="rect">
            <a:avLst/>
          </a:prstGeom>
          <a:noFill/>
          <a:ln/>
        </p:spPr>
        <p:txBody>
          <a:bodyPr wrap="square" lIns="0" tIns="0" rIns="0" bIns="0" rtlCol="0" anchor="ctr"/>
          <a:lstStyle/>
          <a:p>
            <a:pPr marL="0" indent="0">
              <a:lnSpc>
                <a:spcPct val="125000"/>
              </a:lnSpc>
              <a:buNone/>
            </a:pPr>
            <a:r>
              <a:rPr lang="en-US" sz="1050" dirty="0">
                <a:solidFill>
                  <a:srgbClr val="5B6B82"/>
                </a:solidFill>
                <a:latin typeface="Calibri" pitchFamily="34" charset="0"/>
                <a:ea typeface="Calibri" pitchFamily="34" charset="-122"/>
                <a:cs typeface="Calibri" pitchFamily="34" charset="-120"/>
              </a:rPr>
              <a:t>Users spend 1,206 seconds on average on product pages — dwarfing all other page types. That's where the entire conversion opportunity lives.</a:t>
            </a:r>
            <a:endParaRPr lang="en-US" sz="1050" dirty="0"/>
          </a:p>
        </p:txBody>
      </p:sp>
      <p:sp>
        <p:nvSpPr>
          <p:cNvPr id="10" name="Shape 7"/>
          <p:cNvSpPr/>
          <p:nvPr/>
        </p:nvSpPr>
        <p:spPr>
          <a:xfrm>
            <a:off x="3392424" y="2103120"/>
            <a:ext cx="2724912" cy="2093976"/>
          </a:xfrm>
          <a:prstGeom prst="roundRect">
            <a:avLst>
              <a:gd name="adj" fmla="val 2685"/>
            </a:avLst>
          </a:prstGeom>
          <a:solidFill>
            <a:srgbClr val="F5F8FB"/>
          </a:solidFill>
          <a:ln/>
          <a:effectLst>
            <a:outerShdw blurRad="76200" dist="25400" dir="5400000" algn="bl" rotWithShape="0">
              <a:srgbClr val="000000">
                <a:alpha val="7000"/>
              </a:srgbClr>
            </a:outerShdw>
          </a:effectLst>
        </p:spPr>
        <p:txBody>
          <a:bodyPr/>
          <a:lstStyle/>
          <a:p>
            <a:endParaRPr lang="en-IN" dirty="0"/>
          </a:p>
        </p:txBody>
      </p:sp>
      <p:sp>
        <p:nvSpPr>
          <p:cNvPr id="11" name="Shape 8"/>
          <p:cNvSpPr/>
          <p:nvPr/>
        </p:nvSpPr>
        <p:spPr>
          <a:xfrm>
            <a:off x="3593592" y="2331720"/>
            <a:ext cx="502920" cy="502920"/>
          </a:xfrm>
          <a:prstGeom prst="ellipse">
            <a:avLst/>
          </a:prstGeom>
          <a:solidFill>
            <a:srgbClr val="16233F"/>
          </a:solidFill>
          <a:ln/>
        </p:spPr>
        <p:txBody>
          <a:bodyPr/>
          <a:lstStyle/>
          <a:p>
            <a:endParaRPr lang="en-IN" dirty="0"/>
          </a:p>
        </p:txBody>
      </p:sp>
      <p:pic>
        <p:nvPicPr>
          <p:cNvPr id="12" name="Image 1" descr="/home/claude/ppt/icons/users.png"/>
          <p:cNvPicPr>
            <a:picLocks noChangeAspect="1"/>
          </p:cNvPicPr>
          <p:nvPr/>
        </p:nvPicPr>
        <p:blipFill>
          <a:blip r:embed="rId4"/>
          <a:stretch>
            <a:fillRect/>
          </a:stretch>
        </p:blipFill>
        <p:spPr>
          <a:xfrm>
            <a:off x="3712464" y="2450592"/>
            <a:ext cx="265176" cy="265176"/>
          </a:xfrm>
          <a:prstGeom prst="rect">
            <a:avLst/>
          </a:prstGeom>
        </p:spPr>
      </p:pic>
      <p:sp>
        <p:nvSpPr>
          <p:cNvPr id="13" name="Text 9"/>
          <p:cNvSpPr/>
          <p:nvPr/>
        </p:nvSpPr>
        <p:spPr>
          <a:xfrm>
            <a:off x="4178808" y="2148840"/>
            <a:ext cx="1856232" cy="777240"/>
          </a:xfrm>
          <a:prstGeom prst="rect">
            <a:avLst/>
          </a:prstGeom>
          <a:noFill/>
          <a:ln/>
        </p:spPr>
        <p:txBody>
          <a:bodyPr wrap="square" lIns="0" tIns="0" rIns="0" bIns="0" rtlCol="0" anchor="ctr"/>
          <a:lstStyle/>
          <a:p>
            <a:pPr marL="0" indent="0">
              <a:lnSpc>
                <a:spcPct val="115000"/>
              </a:lnSpc>
              <a:buNone/>
            </a:pPr>
            <a:r>
              <a:rPr lang="en-US" sz="1250" b="1" dirty="0">
                <a:solidFill>
                  <a:srgbClr val="16233F"/>
                </a:solidFill>
                <a:latin typeface="Calibri" pitchFamily="34" charset="0"/>
                <a:ea typeface="Calibri" pitchFamily="34" charset="-122"/>
                <a:cs typeface="Calibri" pitchFamily="34" charset="-120"/>
              </a:rPr>
              <a:t>Returning Visitors Are 77% of Traffic</a:t>
            </a:r>
            <a:endParaRPr lang="en-US" sz="1250" dirty="0"/>
          </a:p>
        </p:txBody>
      </p:sp>
      <p:sp>
        <p:nvSpPr>
          <p:cNvPr id="14" name="Text 10"/>
          <p:cNvSpPr/>
          <p:nvPr/>
        </p:nvSpPr>
        <p:spPr>
          <a:xfrm>
            <a:off x="3647313" y="2594610"/>
            <a:ext cx="2359152" cy="1737360"/>
          </a:xfrm>
          <a:prstGeom prst="rect">
            <a:avLst/>
          </a:prstGeom>
          <a:noFill/>
          <a:ln/>
        </p:spPr>
        <p:txBody>
          <a:bodyPr wrap="square" lIns="0" tIns="0" rIns="0" bIns="0" rtlCol="0" anchor="ctr"/>
          <a:lstStyle/>
          <a:p>
            <a:pPr marL="0" indent="0">
              <a:lnSpc>
                <a:spcPct val="125000"/>
              </a:lnSpc>
              <a:buNone/>
            </a:pPr>
            <a:r>
              <a:rPr lang="en-US" sz="1050" dirty="0">
                <a:solidFill>
                  <a:srgbClr val="5B6B82"/>
                </a:solidFill>
                <a:latin typeface="Calibri" pitchFamily="34" charset="0"/>
                <a:ea typeface="Calibri" pitchFamily="34" charset="-122"/>
                <a:cs typeface="Calibri" pitchFamily="34" charset="-120"/>
              </a:rPr>
              <a:t>The site has a massive loyal base that barely converts. Even a small improvement here means a big revenue impact.</a:t>
            </a:r>
            <a:endParaRPr lang="en-US" sz="1050" dirty="0"/>
          </a:p>
        </p:txBody>
      </p:sp>
      <p:sp>
        <p:nvSpPr>
          <p:cNvPr id="15" name="Shape 11"/>
          <p:cNvSpPr/>
          <p:nvPr/>
        </p:nvSpPr>
        <p:spPr>
          <a:xfrm>
            <a:off x="6236208" y="2103120"/>
            <a:ext cx="2724912" cy="2096262"/>
          </a:xfrm>
          <a:prstGeom prst="roundRect">
            <a:avLst>
              <a:gd name="adj" fmla="val 2685"/>
            </a:avLst>
          </a:prstGeom>
          <a:solidFill>
            <a:srgbClr val="F5F8FB"/>
          </a:solidFill>
          <a:ln/>
          <a:effectLst>
            <a:outerShdw blurRad="76200" dist="25400" dir="5400000" algn="bl" rotWithShape="0">
              <a:srgbClr val="000000">
                <a:alpha val="7000"/>
              </a:srgbClr>
            </a:outerShdw>
          </a:effectLst>
        </p:spPr>
        <p:txBody>
          <a:bodyPr/>
          <a:lstStyle/>
          <a:p>
            <a:endParaRPr lang="en-IN" dirty="0"/>
          </a:p>
        </p:txBody>
      </p:sp>
      <p:sp>
        <p:nvSpPr>
          <p:cNvPr id="16" name="Shape 12"/>
          <p:cNvSpPr/>
          <p:nvPr/>
        </p:nvSpPr>
        <p:spPr>
          <a:xfrm>
            <a:off x="6437376" y="2331720"/>
            <a:ext cx="502920" cy="502920"/>
          </a:xfrm>
          <a:prstGeom prst="ellipse">
            <a:avLst/>
          </a:prstGeom>
          <a:solidFill>
            <a:srgbClr val="16233F"/>
          </a:solidFill>
          <a:ln/>
        </p:spPr>
        <p:txBody>
          <a:bodyPr/>
          <a:lstStyle/>
          <a:p>
            <a:endParaRPr lang="en-IN" dirty="0"/>
          </a:p>
        </p:txBody>
      </p:sp>
      <p:pic>
        <p:nvPicPr>
          <p:cNvPr id="17" name="Image 2" descr="/home/claude/ppt/icons/chart.png"/>
          <p:cNvPicPr>
            <a:picLocks noChangeAspect="1"/>
          </p:cNvPicPr>
          <p:nvPr/>
        </p:nvPicPr>
        <p:blipFill>
          <a:blip r:embed="rId5"/>
          <a:stretch>
            <a:fillRect/>
          </a:stretch>
        </p:blipFill>
        <p:spPr>
          <a:xfrm>
            <a:off x="6556248" y="2450592"/>
            <a:ext cx="265176" cy="265176"/>
          </a:xfrm>
          <a:prstGeom prst="rect">
            <a:avLst/>
          </a:prstGeom>
        </p:spPr>
      </p:pic>
      <p:sp>
        <p:nvSpPr>
          <p:cNvPr id="18" name="Text 13"/>
          <p:cNvSpPr/>
          <p:nvPr/>
        </p:nvSpPr>
        <p:spPr>
          <a:xfrm>
            <a:off x="7061454" y="2148840"/>
            <a:ext cx="1899666" cy="777240"/>
          </a:xfrm>
          <a:prstGeom prst="rect">
            <a:avLst/>
          </a:prstGeom>
          <a:noFill/>
          <a:ln/>
        </p:spPr>
        <p:txBody>
          <a:bodyPr wrap="square" lIns="0" tIns="0" rIns="0" bIns="0" rtlCol="0" anchor="ctr"/>
          <a:lstStyle/>
          <a:p>
            <a:pPr marL="0" indent="0">
              <a:lnSpc>
                <a:spcPct val="115000"/>
              </a:lnSpc>
              <a:buNone/>
            </a:pPr>
            <a:r>
              <a:rPr lang="en-US" sz="1250" b="1" dirty="0">
                <a:solidFill>
                  <a:srgbClr val="16233F"/>
                </a:solidFill>
                <a:latin typeface="Calibri" pitchFamily="34" charset="0"/>
                <a:ea typeface="Calibri" pitchFamily="34" charset="-122"/>
                <a:cs typeface="Calibri" pitchFamily="34" charset="-120"/>
              </a:rPr>
              <a:t>PageValues Are Near-Zero for Most Sessions</a:t>
            </a:r>
            <a:endParaRPr lang="en-US" sz="1250" dirty="0"/>
          </a:p>
        </p:txBody>
      </p:sp>
      <p:sp>
        <p:nvSpPr>
          <p:cNvPr id="19" name="Text 14"/>
          <p:cNvSpPr/>
          <p:nvPr/>
        </p:nvSpPr>
        <p:spPr>
          <a:xfrm>
            <a:off x="6419088" y="2560320"/>
            <a:ext cx="2359152" cy="1737360"/>
          </a:xfrm>
          <a:prstGeom prst="rect">
            <a:avLst/>
          </a:prstGeom>
          <a:noFill/>
          <a:ln/>
        </p:spPr>
        <p:txBody>
          <a:bodyPr wrap="square" lIns="0" tIns="0" rIns="0" bIns="0" rtlCol="0" anchor="ctr"/>
          <a:lstStyle/>
          <a:p>
            <a:pPr marL="0" indent="0">
              <a:lnSpc>
                <a:spcPct val="125000"/>
              </a:lnSpc>
              <a:buNone/>
            </a:pPr>
            <a:r>
              <a:rPr lang="en-US" sz="1050" dirty="0">
                <a:solidFill>
                  <a:srgbClr val="5B6B82"/>
                </a:solidFill>
                <a:latin typeface="Calibri" pitchFamily="34" charset="0"/>
                <a:ea typeface="Calibri" pitchFamily="34" charset="-122"/>
                <a:cs typeface="Calibri" pitchFamily="34" charset="-120"/>
              </a:rPr>
              <a:t>Almost all sessions contribute no revenue signal at all — purchases are driven by a small fraction of high-PageValue sessions.</a:t>
            </a:r>
            <a:endParaRPr lang="en-US" sz="1050" dirty="0"/>
          </a:p>
        </p:txBody>
      </p:sp>
      <p:sp>
        <p:nvSpPr>
          <p:cNvPr id="20" name="Shape 15"/>
          <p:cNvSpPr/>
          <p:nvPr/>
        </p:nvSpPr>
        <p:spPr>
          <a:xfrm>
            <a:off x="9079992" y="2103120"/>
            <a:ext cx="2724912" cy="2093976"/>
          </a:xfrm>
          <a:prstGeom prst="roundRect">
            <a:avLst>
              <a:gd name="adj" fmla="val 2685"/>
            </a:avLst>
          </a:prstGeom>
          <a:solidFill>
            <a:srgbClr val="F5F8FB"/>
          </a:solidFill>
          <a:ln/>
          <a:effectLst>
            <a:outerShdw blurRad="76200" dist="25400" dir="5400000" algn="bl" rotWithShape="0">
              <a:srgbClr val="000000">
                <a:alpha val="7000"/>
              </a:srgbClr>
            </a:outerShdw>
          </a:effectLst>
        </p:spPr>
        <p:txBody>
          <a:bodyPr/>
          <a:lstStyle/>
          <a:p>
            <a:endParaRPr lang="en-IN" dirty="0"/>
          </a:p>
        </p:txBody>
      </p:sp>
      <p:sp>
        <p:nvSpPr>
          <p:cNvPr id="21" name="Shape 16"/>
          <p:cNvSpPr/>
          <p:nvPr/>
        </p:nvSpPr>
        <p:spPr>
          <a:xfrm>
            <a:off x="9281160" y="2331720"/>
            <a:ext cx="502920" cy="502920"/>
          </a:xfrm>
          <a:prstGeom prst="ellipse">
            <a:avLst/>
          </a:prstGeom>
          <a:solidFill>
            <a:srgbClr val="16233F"/>
          </a:solidFill>
          <a:ln/>
        </p:spPr>
        <p:txBody>
          <a:bodyPr/>
          <a:lstStyle/>
          <a:p>
            <a:endParaRPr lang="en-IN" dirty="0"/>
          </a:p>
        </p:txBody>
      </p:sp>
      <p:pic>
        <p:nvPicPr>
          <p:cNvPr id="22" name="Image 3" descr="/home/claude/ppt/icons/calendar.png"/>
          <p:cNvPicPr>
            <a:picLocks noChangeAspect="1"/>
          </p:cNvPicPr>
          <p:nvPr/>
        </p:nvPicPr>
        <p:blipFill>
          <a:blip r:embed="rId6"/>
          <a:stretch>
            <a:fillRect/>
          </a:stretch>
        </p:blipFill>
        <p:spPr>
          <a:xfrm>
            <a:off x="9400032" y="2450592"/>
            <a:ext cx="265176" cy="265176"/>
          </a:xfrm>
          <a:prstGeom prst="rect">
            <a:avLst/>
          </a:prstGeom>
        </p:spPr>
      </p:pic>
      <p:sp>
        <p:nvSpPr>
          <p:cNvPr id="23" name="Text 17"/>
          <p:cNvSpPr/>
          <p:nvPr/>
        </p:nvSpPr>
        <p:spPr>
          <a:xfrm>
            <a:off x="9902952" y="2171700"/>
            <a:ext cx="1740408" cy="777240"/>
          </a:xfrm>
          <a:prstGeom prst="rect">
            <a:avLst/>
          </a:prstGeom>
          <a:noFill/>
          <a:ln/>
        </p:spPr>
        <p:txBody>
          <a:bodyPr wrap="square" lIns="0" tIns="0" rIns="0" bIns="0" rtlCol="0" anchor="ctr"/>
          <a:lstStyle/>
          <a:p>
            <a:pPr marL="0" indent="0">
              <a:lnSpc>
                <a:spcPct val="115000"/>
              </a:lnSpc>
              <a:buNone/>
            </a:pPr>
            <a:r>
              <a:rPr lang="en-US" sz="1250" b="1" dirty="0">
                <a:solidFill>
                  <a:srgbClr val="16233F"/>
                </a:solidFill>
                <a:latin typeface="Calibri" pitchFamily="34" charset="0"/>
                <a:ea typeface="Calibri" pitchFamily="34" charset="-122"/>
                <a:cs typeface="Calibri" pitchFamily="34" charset="-120"/>
              </a:rPr>
              <a:t>May &amp; November Are the Only High-Traffic Months</a:t>
            </a:r>
            <a:endParaRPr lang="en-US" sz="1250" dirty="0"/>
          </a:p>
        </p:txBody>
      </p:sp>
      <p:sp>
        <p:nvSpPr>
          <p:cNvPr id="24" name="Text 18"/>
          <p:cNvSpPr/>
          <p:nvPr/>
        </p:nvSpPr>
        <p:spPr>
          <a:xfrm>
            <a:off x="9295638" y="2462022"/>
            <a:ext cx="2359152" cy="1737360"/>
          </a:xfrm>
          <a:prstGeom prst="rect">
            <a:avLst/>
          </a:prstGeom>
          <a:noFill/>
          <a:ln/>
        </p:spPr>
        <p:txBody>
          <a:bodyPr wrap="square" lIns="0" tIns="0" rIns="0" bIns="0" rtlCol="0" anchor="ctr"/>
          <a:lstStyle/>
          <a:p>
            <a:pPr marL="0" indent="0">
              <a:lnSpc>
                <a:spcPct val="125000"/>
              </a:lnSpc>
              <a:buNone/>
            </a:pPr>
            <a:r>
              <a:rPr lang="en-US" sz="1050" dirty="0">
                <a:solidFill>
                  <a:srgbClr val="5B6B82"/>
                </a:solidFill>
                <a:latin typeface="Calibri" pitchFamily="34" charset="0"/>
                <a:ea typeface="Calibri" pitchFamily="34" charset="-122"/>
                <a:cs typeface="Calibri" pitchFamily="34" charset="-120"/>
              </a:rPr>
              <a:t>These two months alone dominate overall session volume across the year.</a:t>
            </a:r>
            <a:endParaRPr lang="en-US" sz="1050" dirty="0"/>
          </a:p>
        </p:txBody>
      </p:sp>
      <p:sp>
        <p:nvSpPr>
          <p:cNvPr id="25" name="Text 19"/>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6 / 20</a:t>
            </a:r>
            <a:endParaRPr lang="en-US" sz="900" dirty="0"/>
          </a:p>
        </p:txBody>
      </p:sp>
      <p:sp>
        <p:nvSpPr>
          <p:cNvPr id="26" name="Text 20"/>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graphicFrame>
        <p:nvGraphicFramePr>
          <p:cNvPr id="28" name="Chart 0">
            <a:extLst>
              <a:ext uri="{FF2B5EF4-FFF2-40B4-BE49-F238E27FC236}">
                <a16:creationId xmlns:a16="http://schemas.microsoft.com/office/drawing/2014/main" id="{CB6FD108-751A-8C41-88C9-B2870DC6F0C7}"/>
              </a:ext>
            </a:extLst>
          </p:cNvPr>
          <p:cNvGraphicFramePr/>
          <p:nvPr>
            <p:extLst>
              <p:ext uri="{D42A27DB-BD31-4B8C-83A1-F6EECF244321}">
                <p14:modId xmlns:p14="http://schemas.microsoft.com/office/powerpoint/2010/main" val="1389954859"/>
              </p:ext>
            </p:extLst>
          </p:nvPr>
        </p:nvGraphicFramePr>
        <p:xfrm>
          <a:off x="6236208" y="4407408"/>
          <a:ext cx="5481828" cy="218313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4" name="Chart 0">
            <a:extLst>
              <a:ext uri="{FF2B5EF4-FFF2-40B4-BE49-F238E27FC236}">
                <a16:creationId xmlns:a16="http://schemas.microsoft.com/office/drawing/2014/main" id="{18051D2F-2467-FCEF-ED71-9061ADAA8856}"/>
              </a:ext>
            </a:extLst>
          </p:cNvPr>
          <p:cNvGraphicFramePr/>
          <p:nvPr>
            <p:extLst>
              <p:ext uri="{D42A27DB-BD31-4B8C-83A1-F6EECF244321}">
                <p14:modId xmlns:p14="http://schemas.microsoft.com/office/powerpoint/2010/main" val="1177506153"/>
              </p:ext>
            </p:extLst>
          </p:nvPr>
        </p:nvGraphicFramePr>
        <p:xfrm>
          <a:off x="473964" y="4393692"/>
          <a:ext cx="5029199" cy="2093976"/>
        </p:xfrm>
        <a:graphic>
          <a:graphicData uri="http://schemas.openxmlformats.org/drawingml/2006/chart">
            <c:chart xmlns:c="http://schemas.openxmlformats.org/drawingml/2006/chart" xmlns:r="http://schemas.openxmlformats.org/officeDocument/2006/relationships" r:id="rId8"/>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EXPLORATORY DATA ANALYSIS</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Correlation Analysis</a:t>
            </a:r>
            <a:endParaRPr lang="en-US" sz="3000" dirty="0"/>
          </a:p>
        </p:txBody>
      </p:sp>
      <p:pic>
        <p:nvPicPr>
          <p:cNvPr id="4" name="Image 0" descr="/home/claude/imgs/corr_heatmap.png"/>
          <p:cNvPicPr>
            <a:picLocks noChangeAspect="1"/>
          </p:cNvPicPr>
          <p:nvPr/>
        </p:nvPicPr>
        <p:blipFill>
          <a:blip r:embed="rId3"/>
          <a:srcRect/>
          <a:stretch/>
        </p:blipFill>
        <p:spPr>
          <a:xfrm>
            <a:off x="548640" y="1600200"/>
            <a:ext cx="5943600" cy="4983480"/>
          </a:xfrm>
          <a:prstGeom prst="rect">
            <a:avLst/>
          </a:prstGeom>
        </p:spPr>
      </p:pic>
      <p:sp>
        <p:nvSpPr>
          <p:cNvPr id="5" name="Text 2"/>
          <p:cNvSpPr/>
          <p:nvPr/>
        </p:nvSpPr>
        <p:spPr>
          <a:xfrm>
            <a:off x="548640" y="1325880"/>
            <a:ext cx="594360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Numerical Feature Correlation Heatmap</a:t>
            </a:r>
            <a:endParaRPr lang="en-US" sz="1100" dirty="0"/>
          </a:p>
        </p:txBody>
      </p:sp>
      <p:sp>
        <p:nvSpPr>
          <p:cNvPr id="6" name="Shape 3"/>
          <p:cNvSpPr/>
          <p:nvPr/>
        </p:nvSpPr>
        <p:spPr>
          <a:xfrm>
            <a:off x="6720840" y="1737360"/>
            <a:ext cx="4892040" cy="1371600"/>
          </a:xfrm>
          <a:prstGeom prst="roundRect">
            <a:avLst>
              <a:gd name="adj" fmla="val 5333"/>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7" name="Text 4"/>
          <p:cNvSpPr/>
          <p:nvPr/>
        </p:nvSpPr>
        <p:spPr>
          <a:xfrm>
            <a:off x="6949440" y="1856232"/>
            <a:ext cx="3566160" cy="365760"/>
          </a:xfrm>
          <a:prstGeom prst="rect">
            <a:avLst/>
          </a:prstGeom>
          <a:noFill/>
          <a:ln/>
        </p:spPr>
        <p:txBody>
          <a:bodyPr wrap="square" lIns="0" tIns="0" rIns="0" bIns="0" rtlCol="0" anchor="ctr"/>
          <a:lstStyle/>
          <a:p>
            <a:pPr marL="0" indent="0">
              <a:buNone/>
            </a:pPr>
            <a:r>
              <a:rPr lang="en-US" sz="1250" b="1" dirty="0">
                <a:solidFill>
                  <a:srgbClr val="16233F"/>
                </a:solidFill>
                <a:latin typeface="Calibri" pitchFamily="34" charset="0"/>
                <a:ea typeface="Calibri" pitchFamily="34" charset="-122"/>
                <a:cs typeface="Calibri" pitchFamily="34" charset="-120"/>
              </a:rPr>
              <a:t>BounceRates ↔ ExitRates</a:t>
            </a:r>
            <a:endParaRPr lang="en-US" sz="1250" dirty="0"/>
          </a:p>
        </p:txBody>
      </p:sp>
      <p:sp>
        <p:nvSpPr>
          <p:cNvPr id="8" name="Text 5"/>
          <p:cNvSpPr/>
          <p:nvPr/>
        </p:nvSpPr>
        <p:spPr>
          <a:xfrm>
            <a:off x="10561320" y="1828800"/>
            <a:ext cx="914400" cy="411480"/>
          </a:xfrm>
          <a:prstGeom prst="rect">
            <a:avLst/>
          </a:prstGeom>
          <a:noFill/>
          <a:ln/>
        </p:spPr>
        <p:txBody>
          <a:bodyPr wrap="square" lIns="0" tIns="0" rIns="0" bIns="0" rtlCol="0" anchor="ctr"/>
          <a:lstStyle/>
          <a:p>
            <a:pPr marL="0" indent="0" algn="r">
              <a:buNone/>
            </a:pPr>
            <a:r>
              <a:rPr lang="en-US" sz="1700" b="1" dirty="0">
                <a:solidFill>
                  <a:srgbClr val="0E7C86"/>
                </a:solidFill>
                <a:latin typeface="Cambria" pitchFamily="34" charset="0"/>
                <a:ea typeface="Cambria" pitchFamily="34" charset="-122"/>
                <a:cs typeface="Cambria" pitchFamily="34" charset="-120"/>
              </a:rPr>
              <a:t>0.90</a:t>
            </a:r>
            <a:endParaRPr lang="en-US" sz="1700" dirty="0"/>
          </a:p>
        </p:txBody>
      </p:sp>
      <p:sp>
        <p:nvSpPr>
          <p:cNvPr id="9" name="Text 6"/>
          <p:cNvSpPr/>
          <p:nvPr/>
        </p:nvSpPr>
        <p:spPr>
          <a:xfrm>
            <a:off x="6949440" y="2267712"/>
            <a:ext cx="4480560" cy="777240"/>
          </a:xfrm>
          <a:prstGeom prst="rect">
            <a:avLst/>
          </a:prstGeom>
          <a:noFill/>
          <a:ln/>
        </p:spPr>
        <p:txBody>
          <a:bodyPr wrap="square" lIns="0" tIns="0" rIns="0" bIns="0" rtlCol="0" anchor="ctr"/>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Very strong positive correlation — a visitor who bounces on one page tends to exit quickly elsewhere too.</a:t>
            </a:r>
            <a:endParaRPr lang="en-US" sz="1050" dirty="0"/>
          </a:p>
        </p:txBody>
      </p:sp>
      <p:sp>
        <p:nvSpPr>
          <p:cNvPr id="10" name="Shape 7"/>
          <p:cNvSpPr/>
          <p:nvPr/>
        </p:nvSpPr>
        <p:spPr>
          <a:xfrm>
            <a:off x="6720840" y="3273552"/>
            <a:ext cx="4892040" cy="1371600"/>
          </a:xfrm>
          <a:prstGeom prst="roundRect">
            <a:avLst>
              <a:gd name="adj" fmla="val 5333"/>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11" name="Text 8"/>
          <p:cNvSpPr/>
          <p:nvPr/>
        </p:nvSpPr>
        <p:spPr>
          <a:xfrm>
            <a:off x="6949440" y="3392424"/>
            <a:ext cx="3566160" cy="365760"/>
          </a:xfrm>
          <a:prstGeom prst="rect">
            <a:avLst/>
          </a:prstGeom>
          <a:noFill/>
          <a:ln/>
        </p:spPr>
        <p:txBody>
          <a:bodyPr wrap="square" lIns="0" tIns="0" rIns="0" bIns="0" rtlCol="0" anchor="ctr"/>
          <a:lstStyle/>
          <a:p>
            <a:pPr marL="0" indent="0">
              <a:buNone/>
            </a:pPr>
            <a:r>
              <a:rPr lang="en-US" sz="1250" b="1" dirty="0">
                <a:solidFill>
                  <a:srgbClr val="16233F"/>
                </a:solidFill>
                <a:latin typeface="Calibri" pitchFamily="34" charset="0"/>
                <a:ea typeface="Calibri" pitchFamily="34" charset="-122"/>
                <a:cs typeface="Calibri" pitchFamily="34" charset="-120"/>
              </a:rPr>
              <a:t>ProductRelated ↔ ProductRelated_Duration</a:t>
            </a:r>
            <a:endParaRPr lang="en-US" sz="1250" dirty="0"/>
          </a:p>
        </p:txBody>
      </p:sp>
      <p:sp>
        <p:nvSpPr>
          <p:cNvPr id="12" name="Text 9"/>
          <p:cNvSpPr/>
          <p:nvPr/>
        </p:nvSpPr>
        <p:spPr>
          <a:xfrm>
            <a:off x="10561320" y="3364992"/>
            <a:ext cx="914400" cy="411480"/>
          </a:xfrm>
          <a:prstGeom prst="rect">
            <a:avLst/>
          </a:prstGeom>
          <a:noFill/>
          <a:ln/>
        </p:spPr>
        <p:txBody>
          <a:bodyPr wrap="square" lIns="0" tIns="0" rIns="0" bIns="0" rtlCol="0" anchor="ctr"/>
          <a:lstStyle/>
          <a:p>
            <a:pPr marL="0" indent="0" algn="r">
              <a:buNone/>
            </a:pPr>
            <a:r>
              <a:rPr lang="en-US" sz="1700" b="1" dirty="0">
                <a:solidFill>
                  <a:srgbClr val="0E7C86"/>
                </a:solidFill>
                <a:latin typeface="Cambria" pitchFamily="34" charset="0"/>
                <a:ea typeface="Cambria" pitchFamily="34" charset="-122"/>
                <a:cs typeface="Cambria" pitchFamily="34" charset="-120"/>
              </a:rPr>
              <a:t>0.86</a:t>
            </a:r>
            <a:endParaRPr lang="en-US" sz="1700" dirty="0"/>
          </a:p>
        </p:txBody>
      </p:sp>
      <p:sp>
        <p:nvSpPr>
          <p:cNvPr id="13" name="Text 10"/>
          <p:cNvSpPr/>
          <p:nvPr/>
        </p:nvSpPr>
        <p:spPr>
          <a:xfrm>
            <a:off x="6949440" y="3803904"/>
            <a:ext cx="4480560" cy="777240"/>
          </a:xfrm>
          <a:prstGeom prst="rect">
            <a:avLst/>
          </a:prstGeom>
          <a:noFill/>
          <a:ln/>
        </p:spPr>
        <p:txBody>
          <a:bodyPr wrap="square" lIns="0" tIns="0" rIns="0" bIns="0" rtlCol="0" anchor="ctr"/>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Strong positive correlation — more product pages viewed naturally means more time spent browsing them.</a:t>
            </a:r>
            <a:endParaRPr lang="en-US" sz="1050" dirty="0"/>
          </a:p>
        </p:txBody>
      </p:sp>
      <p:sp>
        <p:nvSpPr>
          <p:cNvPr id="14" name="Shape 11"/>
          <p:cNvSpPr/>
          <p:nvPr/>
        </p:nvSpPr>
        <p:spPr>
          <a:xfrm>
            <a:off x="6720840" y="4809744"/>
            <a:ext cx="4892040" cy="1371600"/>
          </a:xfrm>
          <a:prstGeom prst="roundRect">
            <a:avLst>
              <a:gd name="adj" fmla="val 5333"/>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15" name="Text 12"/>
          <p:cNvSpPr/>
          <p:nvPr/>
        </p:nvSpPr>
        <p:spPr>
          <a:xfrm>
            <a:off x="6949440" y="4928616"/>
            <a:ext cx="3566160" cy="365760"/>
          </a:xfrm>
          <a:prstGeom prst="rect">
            <a:avLst/>
          </a:prstGeom>
          <a:noFill/>
          <a:ln/>
        </p:spPr>
        <p:txBody>
          <a:bodyPr wrap="square" lIns="0" tIns="0" rIns="0" bIns="0" rtlCol="0" anchor="ctr"/>
          <a:lstStyle/>
          <a:p>
            <a:pPr marL="0" indent="0">
              <a:buNone/>
            </a:pPr>
            <a:r>
              <a:rPr lang="en-US" sz="1250" b="1" dirty="0">
                <a:solidFill>
                  <a:srgbClr val="16233F"/>
                </a:solidFill>
                <a:latin typeface="Calibri" pitchFamily="34" charset="0"/>
                <a:ea typeface="Calibri" pitchFamily="34" charset="-122"/>
                <a:cs typeface="Calibri" pitchFamily="34" charset="-120"/>
              </a:rPr>
              <a:t>PageValues ↔ Revenue</a:t>
            </a:r>
            <a:endParaRPr lang="en-US" sz="1250" dirty="0"/>
          </a:p>
        </p:txBody>
      </p:sp>
      <p:sp>
        <p:nvSpPr>
          <p:cNvPr id="16" name="Text 13"/>
          <p:cNvSpPr/>
          <p:nvPr/>
        </p:nvSpPr>
        <p:spPr>
          <a:xfrm>
            <a:off x="10561320" y="4901184"/>
            <a:ext cx="914400" cy="411480"/>
          </a:xfrm>
          <a:prstGeom prst="rect">
            <a:avLst/>
          </a:prstGeom>
          <a:noFill/>
          <a:ln/>
        </p:spPr>
        <p:txBody>
          <a:bodyPr wrap="square" lIns="0" tIns="0" rIns="0" bIns="0" rtlCol="0" anchor="ctr"/>
          <a:lstStyle/>
          <a:p>
            <a:pPr marL="0" indent="0" algn="r">
              <a:buNone/>
            </a:pPr>
            <a:r>
              <a:rPr lang="en-US" sz="1700" b="1" dirty="0">
                <a:solidFill>
                  <a:srgbClr val="0E7C86"/>
                </a:solidFill>
                <a:latin typeface="Cambria" pitchFamily="34" charset="0"/>
                <a:ea typeface="Cambria" pitchFamily="34" charset="-122"/>
                <a:cs typeface="Cambria" pitchFamily="34" charset="-120"/>
              </a:rPr>
              <a:t>High</a:t>
            </a:r>
            <a:endParaRPr lang="en-US" sz="1700" dirty="0"/>
          </a:p>
        </p:txBody>
      </p:sp>
      <p:sp>
        <p:nvSpPr>
          <p:cNvPr id="17" name="Text 14"/>
          <p:cNvSpPr/>
          <p:nvPr/>
        </p:nvSpPr>
        <p:spPr>
          <a:xfrm>
            <a:off x="6949440" y="5340096"/>
            <a:ext cx="4480560" cy="777240"/>
          </a:xfrm>
          <a:prstGeom prst="rect">
            <a:avLst/>
          </a:prstGeom>
          <a:noFill/>
          <a:ln/>
        </p:spPr>
        <p:txBody>
          <a:bodyPr wrap="square" lIns="0" tIns="0" rIns="0" bIns="0" rtlCol="0" anchor="ctr"/>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Sessions with higher page values are far more likely to convert — the strongest revenue signal in the data.</a:t>
            </a:r>
            <a:endParaRPr lang="en-US" sz="1050" dirty="0"/>
          </a:p>
        </p:txBody>
      </p:sp>
      <p:sp>
        <p:nvSpPr>
          <p:cNvPr id="18" name="Text 15"/>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7 / 20</a:t>
            </a:r>
            <a:endParaRPr lang="en-US" sz="900" dirty="0"/>
          </a:p>
        </p:txBody>
      </p:sp>
      <p:sp>
        <p:nvSpPr>
          <p:cNvPr id="19" name="Text 16"/>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594360"/>
            <a:ext cx="11064240" cy="685800"/>
          </a:xfrm>
          <a:prstGeom prst="rect">
            <a:avLst/>
          </a:prstGeom>
          <a:noFill/>
          <a:ln/>
        </p:spPr>
        <p:txBody>
          <a:bodyPr wrap="square" rtlCol="0" anchor="ctr"/>
          <a:lstStyle/>
          <a:p>
            <a:r>
              <a:rPr lang="en-US" sz="2800" b="1" dirty="0">
                <a:solidFill>
                  <a:srgbClr val="16233F"/>
                </a:solidFill>
                <a:latin typeface="Cambria" pitchFamily="34" charset="0"/>
                <a:ea typeface="Cambria" pitchFamily="34" charset="-122"/>
                <a:cs typeface="Cambria" pitchFamily="34" charset="-120"/>
              </a:rPr>
              <a:t>Bivariate Analysis </a:t>
            </a:r>
            <a:r>
              <a:rPr lang="en-US" sz="2700" b="1" dirty="0">
                <a:solidFill>
                  <a:srgbClr val="1E2761"/>
                </a:solidFill>
                <a:latin typeface="Cambria" pitchFamily="34" charset="0"/>
                <a:ea typeface="Cambria" pitchFamily="34" charset="-122"/>
                <a:cs typeface="Cambria" pitchFamily="34" charset="-120"/>
              </a:rPr>
              <a:t>&amp; Key Findings</a:t>
            </a:r>
            <a:endParaRPr lang="en-US" sz="2700" dirty="0"/>
          </a:p>
        </p:txBody>
      </p:sp>
      <p:sp>
        <p:nvSpPr>
          <p:cNvPr id="4" name="Shape 2"/>
          <p:cNvSpPr/>
          <p:nvPr/>
        </p:nvSpPr>
        <p:spPr>
          <a:xfrm>
            <a:off x="11750040" y="-320040"/>
            <a:ext cx="1005840" cy="1005840"/>
          </a:xfrm>
          <a:prstGeom prst="ellipse">
            <a:avLst/>
          </a:prstGeom>
          <a:solidFill>
            <a:srgbClr val="CADCFC"/>
          </a:solidFill>
          <a:ln/>
        </p:spPr>
        <p:txBody>
          <a:bodyPr/>
          <a:lstStyle/>
          <a:p>
            <a:endParaRPr lang="en-IN" dirty="0"/>
          </a:p>
        </p:txBody>
      </p:sp>
      <p:sp>
        <p:nvSpPr>
          <p:cNvPr id="7" name="Shape 4"/>
          <p:cNvSpPr/>
          <p:nvPr/>
        </p:nvSpPr>
        <p:spPr>
          <a:xfrm>
            <a:off x="7189470" y="1428750"/>
            <a:ext cx="4423410" cy="4892040"/>
          </a:xfrm>
          <a:prstGeom prst="roundRect">
            <a:avLst>
              <a:gd name="adj" fmla="val 1839"/>
            </a:avLst>
          </a:prstGeom>
          <a:solidFill>
            <a:srgbClr val="1E2761"/>
          </a:solidFill>
          <a:ln/>
        </p:spPr>
        <p:txBody>
          <a:bodyPr/>
          <a:lstStyle/>
          <a:p>
            <a:endParaRPr lang="en-IN" dirty="0"/>
          </a:p>
        </p:txBody>
      </p:sp>
      <p:sp>
        <p:nvSpPr>
          <p:cNvPr id="8" name="Text 5"/>
          <p:cNvSpPr/>
          <p:nvPr/>
        </p:nvSpPr>
        <p:spPr>
          <a:xfrm>
            <a:off x="7418070" y="1743075"/>
            <a:ext cx="3657600" cy="274320"/>
          </a:xfrm>
          <a:prstGeom prst="rect">
            <a:avLst/>
          </a:prstGeom>
          <a:noFill/>
          <a:ln/>
        </p:spPr>
        <p:txBody>
          <a:bodyPr wrap="square"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KEY FINDING SUMMARY</a:t>
            </a:r>
            <a:endParaRPr lang="en-US" sz="1100" dirty="0"/>
          </a:p>
        </p:txBody>
      </p:sp>
      <p:sp>
        <p:nvSpPr>
          <p:cNvPr id="9" name="Text 6"/>
          <p:cNvSpPr/>
          <p:nvPr/>
        </p:nvSpPr>
        <p:spPr>
          <a:xfrm>
            <a:off x="7418070" y="2228850"/>
            <a:ext cx="4149090" cy="4114800"/>
          </a:xfrm>
          <a:prstGeom prst="rect">
            <a:avLst/>
          </a:prstGeom>
          <a:noFill/>
          <a:ln/>
        </p:spPr>
        <p:txBody>
          <a:bodyPr wrap="square" rtlCol="0" anchor="t"/>
          <a:lstStyle/>
          <a:p>
            <a:pPr marL="152400" indent="-152400">
              <a:spcAft>
                <a:spcPts val="1200"/>
              </a:spcAft>
              <a:buSzPct val="100000"/>
              <a:buChar char="▪"/>
            </a:pPr>
            <a:r>
              <a:rPr lang="en-IN" sz="1500" dirty="0">
                <a:solidFill>
                  <a:schemeClr val="bg1"/>
                </a:solidFill>
              </a:rPr>
              <a:t>PageValues of buyers are 13.6x higher than non-buyers.</a:t>
            </a:r>
          </a:p>
          <a:p>
            <a:pPr marL="152400" indent="-152400">
              <a:spcAft>
                <a:spcPts val="1200"/>
              </a:spcAft>
              <a:buSzPct val="100000"/>
              <a:buChar char="▪"/>
            </a:pPr>
            <a:r>
              <a:rPr lang="en-IN" sz="1500" dirty="0">
                <a:solidFill>
                  <a:schemeClr val="bg1"/>
                </a:solidFill>
              </a:rPr>
              <a:t>Buyers have 4.5x lower bounce rates than non-buyers.</a:t>
            </a:r>
          </a:p>
          <a:p>
            <a:pPr marL="152400" indent="-152400">
              <a:spcAft>
                <a:spcPts val="1200"/>
              </a:spcAft>
              <a:buSzPct val="100000"/>
              <a:buFontTx/>
              <a:buChar char="▪"/>
            </a:pPr>
            <a:r>
              <a:rPr lang="en-US" sz="1500" dirty="0">
                <a:solidFill>
                  <a:schemeClr val="bg1"/>
                </a:solidFill>
                <a:latin typeface="Calibri" pitchFamily="34" charset="0"/>
                <a:ea typeface="Calibri" pitchFamily="34" charset="-122"/>
                <a:cs typeface="Calibri" pitchFamily="34" charset="-120"/>
              </a:rPr>
              <a:t>Only 15.63% of visitors actually buy — 84.37% browse and leave</a:t>
            </a:r>
            <a:endParaRPr lang="en-US" sz="1500" dirty="0">
              <a:solidFill>
                <a:schemeClr val="bg1"/>
              </a:solidFill>
            </a:endParaRPr>
          </a:p>
          <a:p>
            <a:pPr marL="152400" indent="-152400">
              <a:spcAft>
                <a:spcPts val="1200"/>
              </a:spcAft>
              <a:buSzPct val="100000"/>
              <a:buChar char="▪"/>
            </a:pPr>
            <a:r>
              <a:rPr lang="en-US" sz="1500" dirty="0">
                <a:solidFill>
                  <a:schemeClr val="bg1"/>
                </a:solidFill>
                <a:latin typeface="Calibri" pitchFamily="34" charset="0"/>
                <a:ea typeface="Calibri" pitchFamily="34" charset="-122"/>
                <a:cs typeface="Calibri" pitchFamily="34" charset="-120"/>
              </a:rPr>
              <a:t>Buyers spend 73% more time on product pages (1,876s vs 1,083s for non-buyers)</a:t>
            </a:r>
            <a:endParaRPr lang="en-US" sz="1500" dirty="0">
              <a:solidFill>
                <a:schemeClr val="bg1"/>
              </a:solidFill>
            </a:endParaRPr>
          </a:p>
          <a:p>
            <a:pPr marL="152400" indent="-152400">
              <a:spcAft>
                <a:spcPts val="1200"/>
              </a:spcAft>
              <a:buSzPct val="100000"/>
              <a:buChar char="▪"/>
            </a:pPr>
            <a:r>
              <a:rPr lang="en-IN" sz="1500" dirty="0">
                <a:solidFill>
                  <a:schemeClr val="bg1"/>
                </a:solidFill>
              </a:rPr>
              <a:t>New visitors convert at 24.9% vs returning visitors at only 14.1%</a:t>
            </a:r>
          </a:p>
          <a:p>
            <a:pPr marL="152400" indent="-152400">
              <a:spcAft>
                <a:spcPts val="1200"/>
              </a:spcAft>
              <a:buSzPct val="100000"/>
              <a:buChar char="▪"/>
            </a:pPr>
            <a:r>
              <a:rPr lang="en-US" sz="1500" dirty="0">
                <a:solidFill>
                  <a:schemeClr val="bg1"/>
                </a:solidFill>
                <a:latin typeface="Calibri" pitchFamily="34" charset="0"/>
                <a:ea typeface="Calibri" pitchFamily="34" charset="-122"/>
                <a:cs typeface="Calibri" pitchFamily="34" charset="-120"/>
              </a:rPr>
              <a:t>November converts best (25.49%), February worst (1.66%) — a 15x seasonal swing</a:t>
            </a:r>
            <a:endParaRPr lang="en-US" sz="1500" dirty="0">
              <a:solidFill>
                <a:schemeClr val="bg1"/>
              </a:solidFill>
            </a:endParaRPr>
          </a:p>
        </p:txBody>
      </p:sp>
      <p:sp>
        <p:nvSpPr>
          <p:cNvPr id="10" name="Text 7"/>
          <p:cNvSpPr/>
          <p:nvPr/>
        </p:nvSpPr>
        <p:spPr>
          <a:xfrm>
            <a:off x="11658600" y="6492240"/>
            <a:ext cx="457200" cy="274320"/>
          </a:xfrm>
          <a:prstGeom prst="rect">
            <a:avLst/>
          </a:prstGeom>
          <a:noFill/>
          <a:ln/>
        </p:spPr>
        <p:txBody>
          <a:bodyPr wrap="square" rtlCol="0" anchor="ctr"/>
          <a:lstStyle/>
          <a:p>
            <a:pPr marL="0" indent="0" algn="r">
              <a:buNone/>
            </a:pPr>
            <a:r>
              <a:rPr lang="en-US" sz="1000" dirty="0">
                <a:solidFill>
                  <a:srgbClr val="6B7391"/>
                </a:solidFill>
                <a:latin typeface="Calibri" pitchFamily="34" charset="0"/>
                <a:ea typeface="Calibri" pitchFamily="34" charset="-122"/>
                <a:cs typeface="Calibri" pitchFamily="34" charset="-120"/>
              </a:rPr>
              <a:t>07</a:t>
            </a:r>
            <a:endParaRPr lang="en-US" sz="1000" dirty="0"/>
          </a:p>
        </p:txBody>
      </p:sp>
      <p:sp>
        <p:nvSpPr>
          <p:cNvPr id="16" name="TextBox 15">
            <a:extLst>
              <a:ext uri="{FF2B5EF4-FFF2-40B4-BE49-F238E27FC236}">
                <a16:creationId xmlns:a16="http://schemas.microsoft.com/office/drawing/2014/main" id="{7663875A-C0C7-4994-7364-E4BC62CBC30A}"/>
              </a:ext>
            </a:extLst>
          </p:cNvPr>
          <p:cNvSpPr txBox="1"/>
          <p:nvPr/>
        </p:nvSpPr>
        <p:spPr>
          <a:xfrm>
            <a:off x="548640" y="316468"/>
            <a:ext cx="6377940" cy="284693"/>
          </a:xfrm>
          <a:prstGeom prst="rect">
            <a:avLst/>
          </a:prstGeom>
          <a:noFill/>
        </p:spPr>
        <p:txBody>
          <a:bodyPr wrap="square">
            <a:spAutoFit/>
          </a:bodyPr>
          <a:lstStyle/>
          <a:p>
            <a:pPr marL="0" indent="0">
              <a:buNone/>
            </a:pPr>
            <a:r>
              <a:rPr lang="en-US" sz="1250" b="1" kern="0" spc="200" dirty="0">
                <a:solidFill>
                  <a:srgbClr val="0E7C86"/>
                </a:solidFill>
                <a:latin typeface="Calibri" pitchFamily="34" charset="0"/>
                <a:ea typeface="Calibri" pitchFamily="34" charset="-122"/>
                <a:cs typeface="Calibri" pitchFamily="34" charset="-120"/>
              </a:rPr>
              <a:t>EXPLORATORY DATA ANALYSIS</a:t>
            </a:r>
            <a:endParaRPr lang="en-US" sz="1250" dirty="0"/>
          </a:p>
        </p:txBody>
      </p:sp>
      <p:pic>
        <p:nvPicPr>
          <p:cNvPr id="18" name="Image 0" descr="/home/claude/imgs/box_pagevalues_revenue.png">
            <a:extLst>
              <a:ext uri="{FF2B5EF4-FFF2-40B4-BE49-F238E27FC236}">
                <a16:creationId xmlns:a16="http://schemas.microsoft.com/office/drawing/2014/main" id="{E75AB8BA-3B85-5570-AA55-61309754C56F}"/>
              </a:ext>
            </a:extLst>
          </p:cNvPr>
          <p:cNvPicPr>
            <a:picLocks noChangeAspect="1"/>
          </p:cNvPicPr>
          <p:nvPr/>
        </p:nvPicPr>
        <p:blipFill>
          <a:blip r:embed="rId3"/>
          <a:srcRect/>
          <a:stretch/>
        </p:blipFill>
        <p:spPr>
          <a:xfrm>
            <a:off x="533400" y="1463040"/>
            <a:ext cx="3143250" cy="2286000"/>
          </a:xfrm>
          <a:prstGeom prst="rect">
            <a:avLst/>
          </a:prstGeom>
        </p:spPr>
      </p:pic>
      <p:pic>
        <p:nvPicPr>
          <p:cNvPr id="20" name="Image 1" descr="/home/claude/imgs/box_exitrates_revenue.png">
            <a:extLst>
              <a:ext uri="{FF2B5EF4-FFF2-40B4-BE49-F238E27FC236}">
                <a16:creationId xmlns:a16="http://schemas.microsoft.com/office/drawing/2014/main" id="{5B077275-3BF1-6C0C-8B20-D9E04E8BF2C4}"/>
              </a:ext>
            </a:extLst>
          </p:cNvPr>
          <p:cNvPicPr>
            <a:picLocks noChangeAspect="1"/>
          </p:cNvPicPr>
          <p:nvPr/>
        </p:nvPicPr>
        <p:blipFill>
          <a:blip r:embed="rId4"/>
          <a:srcRect/>
          <a:stretch/>
        </p:blipFill>
        <p:spPr>
          <a:xfrm>
            <a:off x="3813810" y="1463040"/>
            <a:ext cx="3143250" cy="2286000"/>
          </a:xfrm>
          <a:prstGeom prst="rect">
            <a:avLst/>
          </a:prstGeom>
        </p:spPr>
      </p:pic>
      <p:graphicFrame>
        <p:nvGraphicFramePr>
          <p:cNvPr id="22" name="Chart 0">
            <a:extLst>
              <a:ext uri="{FF2B5EF4-FFF2-40B4-BE49-F238E27FC236}">
                <a16:creationId xmlns:a16="http://schemas.microsoft.com/office/drawing/2014/main" id="{1D28EBB4-3FEE-F8A8-8DF4-81B9D87B9618}"/>
              </a:ext>
            </a:extLst>
          </p:cNvPr>
          <p:cNvGraphicFramePr/>
          <p:nvPr>
            <p:extLst>
              <p:ext uri="{D42A27DB-BD31-4B8C-83A1-F6EECF244321}">
                <p14:modId xmlns:p14="http://schemas.microsoft.com/office/powerpoint/2010/main" val="3694933720"/>
              </p:ext>
            </p:extLst>
          </p:nvPr>
        </p:nvGraphicFramePr>
        <p:xfrm>
          <a:off x="533400" y="3966210"/>
          <a:ext cx="642366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 16">
            <a:extLst>
              <a:ext uri="{FF2B5EF4-FFF2-40B4-BE49-F238E27FC236}">
                <a16:creationId xmlns:a16="http://schemas.microsoft.com/office/drawing/2014/main" id="{FF2B32F7-1FF7-C58C-476F-F74D4502C3F0}"/>
              </a:ext>
            </a:extLst>
          </p:cNvPr>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EXPLORATORY DATA ANALYSIS</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Story the Data Tells</a:t>
            </a:r>
            <a:endParaRPr lang="en-US" sz="3000" dirty="0"/>
          </a:p>
        </p:txBody>
      </p:sp>
      <p:sp>
        <p:nvSpPr>
          <p:cNvPr id="4" name="Shape 2"/>
          <p:cNvSpPr/>
          <p:nvPr/>
        </p:nvSpPr>
        <p:spPr>
          <a:xfrm>
            <a:off x="548640" y="1691640"/>
            <a:ext cx="3657600" cy="2286000"/>
          </a:xfrm>
          <a:prstGeom prst="roundRect">
            <a:avLst>
              <a:gd name="adj" fmla="val 3200"/>
            </a:avLst>
          </a:prstGeom>
          <a:solidFill>
            <a:srgbClr val="1F3B63"/>
          </a:solidFill>
          <a:ln/>
        </p:spPr>
        <p:txBody>
          <a:bodyPr/>
          <a:lstStyle/>
          <a:p>
            <a:endParaRPr lang="en-IN" dirty="0"/>
          </a:p>
        </p:txBody>
      </p:sp>
      <p:sp>
        <p:nvSpPr>
          <p:cNvPr id="5" name="Text 3"/>
          <p:cNvSpPr/>
          <p:nvPr/>
        </p:nvSpPr>
        <p:spPr>
          <a:xfrm>
            <a:off x="777240" y="1874520"/>
            <a:ext cx="3200400" cy="77724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15.63%</a:t>
            </a:r>
            <a:endParaRPr lang="en-US" sz="3400" dirty="0"/>
          </a:p>
        </p:txBody>
      </p:sp>
      <p:sp>
        <p:nvSpPr>
          <p:cNvPr id="6" name="Text 4"/>
          <p:cNvSpPr/>
          <p:nvPr/>
        </p:nvSpPr>
        <p:spPr>
          <a:xfrm>
            <a:off x="777240" y="2651760"/>
            <a:ext cx="3200400" cy="1188720"/>
          </a:xfrm>
          <a:prstGeom prst="rect">
            <a:avLst/>
          </a:prstGeom>
          <a:noFill/>
          <a:ln/>
        </p:spPr>
        <p:txBody>
          <a:bodyPr wrap="square" lIns="0" tIns="0" rIns="0" bIns="0" rtlCol="0" anchor="ctr"/>
          <a:lstStyle/>
          <a:p>
            <a:pPr marL="0" indent="0">
              <a:lnSpc>
                <a:spcPct val="128000"/>
              </a:lnSpc>
              <a:buNone/>
            </a:pPr>
            <a:r>
              <a:rPr lang="en-US" sz="1150" dirty="0">
                <a:solidFill>
                  <a:srgbClr val="D3DCEC"/>
                </a:solidFill>
                <a:latin typeface="Calibri" pitchFamily="34" charset="0"/>
                <a:ea typeface="Calibri" pitchFamily="34" charset="-122"/>
                <a:cs typeface="Calibri" pitchFamily="34" charset="-120"/>
              </a:rPr>
              <a:t>Overall conversion rate — 84.37% of visitors browse and leave without buying</a:t>
            </a:r>
            <a:endParaRPr lang="en-US" sz="1150" dirty="0"/>
          </a:p>
        </p:txBody>
      </p:sp>
      <p:sp>
        <p:nvSpPr>
          <p:cNvPr id="7" name="Shape 5"/>
          <p:cNvSpPr/>
          <p:nvPr/>
        </p:nvSpPr>
        <p:spPr>
          <a:xfrm>
            <a:off x="4343400" y="1691640"/>
            <a:ext cx="3657600" cy="2286000"/>
          </a:xfrm>
          <a:prstGeom prst="roundRect">
            <a:avLst>
              <a:gd name="adj" fmla="val 3200"/>
            </a:avLst>
          </a:prstGeom>
          <a:solidFill>
            <a:srgbClr val="1F3B63"/>
          </a:solidFill>
          <a:ln/>
        </p:spPr>
        <p:txBody>
          <a:bodyPr/>
          <a:lstStyle/>
          <a:p>
            <a:endParaRPr lang="en-IN" dirty="0"/>
          </a:p>
        </p:txBody>
      </p:sp>
      <p:sp>
        <p:nvSpPr>
          <p:cNvPr id="8" name="Text 6"/>
          <p:cNvSpPr/>
          <p:nvPr/>
        </p:nvSpPr>
        <p:spPr>
          <a:xfrm>
            <a:off x="4572000" y="1874520"/>
            <a:ext cx="3200400" cy="77724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73% more</a:t>
            </a:r>
            <a:endParaRPr lang="en-US" sz="3400" dirty="0"/>
          </a:p>
        </p:txBody>
      </p:sp>
      <p:sp>
        <p:nvSpPr>
          <p:cNvPr id="9" name="Text 7"/>
          <p:cNvSpPr/>
          <p:nvPr/>
        </p:nvSpPr>
        <p:spPr>
          <a:xfrm>
            <a:off x="4572000" y="2651760"/>
            <a:ext cx="3200400" cy="1188720"/>
          </a:xfrm>
          <a:prstGeom prst="rect">
            <a:avLst/>
          </a:prstGeom>
          <a:noFill/>
          <a:ln/>
        </p:spPr>
        <p:txBody>
          <a:bodyPr wrap="square" lIns="0" tIns="0" rIns="0" bIns="0" rtlCol="0" anchor="ctr"/>
          <a:lstStyle/>
          <a:p>
            <a:pPr marL="0" indent="0">
              <a:lnSpc>
                <a:spcPct val="128000"/>
              </a:lnSpc>
              <a:buNone/>
            </a:pPr>
            <a:r>
              <a:rPr lang="en-US" sz="1150" dirty="0">
                <a:solidFill>
                  <a:srgbClr val="D3DCEC"/>
                </a:solidFill>
                <a:latin typeface="Calibri" pitchFamily="34" charset="0"/>
                <a:ea typeface="Calibri" pitchFamily="34" charset="-122"/>
                <a:cs typeface="Calibri" pitchFamily="34" charset="-120"/>
              </a:rPr>
              <a:t>time spent on product pages by buyers (1,876s) vs non-buyers (1,083s)</a:t>
            </a:r>
            <a:endParaRPr lang="en-US" sz="1150" dirty="0"/>
          </a:p>
        </p:txBody>
      </p:sp>
      <p:sp>
        <p:nvSpPr>
          <p:cNvPr id="10" name="Shape 8"/>
          <p:cNvSpPr/>
          <p:nvPr/>
        </p:nvSpPr>
        <p:spPr>
          <a:xfrm>
            <a:off x="8138160" y="1691640"/>
            <a:ext cx="3657600" cy="2286000"/>
          </a:xfrm>
          <a:prstGeom prst="roundRect">
            <a:avLst>
              <a:gd name="adj" fmla="val 3200"/>
            </a:avLst>
          </a:prstGeom>
          <a:solidFill>
            <a:srgbClr val="1F3B63"/>
          </a:solidFill>
          <a:ln/>
        </p:spPr>
        <p:txBody>
          <a:bodyPr/>
          <a:lstStyle/>
          <a:p>
            <a:endParaRPr lang="en-IN" dirty="0"/>
          </a:p>
        </p:txBody>
      </p:sp>
      <p:sp>
        <p:nvSpPr>
          <p:cNvPr id="11" name="Text 9"/>
          <p:cNvSpPr/>
          <p:nvPr/>
        </p:nvSpPr>
        <p:spPr>
          <a:xfrm>
            <a:off x="8366760" y="1874520"/>
            <a:ext cx="3200400" cy="77724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15x</a:t>
            </a:r>
            <a:endParaRPr lang="en-US" sz="3400" dirty="0"/>
          </a:p>
        </p:txBody>
      </p:sp>
      <p:sp>
        <p:nvSpPr>
          <p:cNvPr id="12" name="Text 10"/>
          <p:cNvSpPr/>
          <p:nvPr/>
        </p:nvSpPr>
        <p:spPr>
          <a:xfrm>
            <a:off x="8366760" y="2651760"/>
            <a:ext cx="3200400" cy="1188720"/>
          </a:xfrm>
          <a:prstGeom prst="rect">
            <a:avLst/>
          </a:prstGeom>
          <a:noFill/>
          <a:ln/>
        </p:spPr>
        <p:txBody>
          <a:bodyPr wrap="square" lIns="0" tIns="0" rIns="0" bIns="0" rtlCol="0" anchor="ctr"/>
          <a:lstStyle/>
          <a:p>
            <a:pPr marL="0" indent="0">
              <a:lnSpc>
                <a:spcPct val="128000"/>
              </a:lnSpc>
              <a:buNone/>
            </a:pPr>
            <a:r>
              <a:rPr lang="en-US" sz="1150" dirty="0">
                <a:solidFill>
                  <a:srgbClr val="D3DCEC"/>
                </a:solidFill>
                <a:latin typeface="Calibri" pitchFamily="34" charset="0"/>
                <a:ea typeface="Calibri" pitchFamily="34" charset="-122"/>
                <a:cs typeface="Calibri" pitchFamily="34" charset="-120"/>
              </a:rPr>
              <a:t>difference between best month, November (25.49%), and worst, February (1.66%)</a:t>
            </a:r>
            <a:endParaRPr lang="en-US" sz="1150" dirty="0"/>
          </a:p>
        </p:txBody>
      </p:sp>
      <p:sp>
        <p:nvSpPr>
          <p:cNvPr id="13" name="Shape 11"/>
          <p:cNvSpPr/>
          <p:nvPr/>
        </p:nvSpPr>
        <p:spPr>
          <a:xfrm>
            <a:off x="548640" y="4160520"/>
            <a:ext cx="3657600" cy="2286000"/>
          </a:xfrm>
          <a:prstGeom prst="roundRect">
            <a:avLst>
              <a:gd name="adj" fmla="val 3200"/>
            </a:avLst>
          </a:prstGeom>
          <a:solidFill>
            <a:srgbClr val="1F3B63"/>
          </a:solidFill>
          <a:ln/>
        </p:spPr>
        <p:txBody>
          <a:bodyPr/>
          <a:lstStyle/>
          <a:p>
            <a:endParaRPr lang="en-IN" dirty="0"/>
          </a:p>
        </p:txBody>
      </p:sp>
      <p:sp>
        <p:nvSpPr>
          <p:cNvPr id="14" name="Text 12"/>
          <p:cNvSpPr/>
          <p:nvPr/>
        </p:nvSpPr>
        <p:spPr>
          <a:xfrm>
            <a:off x="777240" y="4343400"/>
            <a:ext cx="3200400" cy="77724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2x</a:t>
            </a:r>
            <a:endParaRPr lang="en-US" sz="3400" dirty="0"/>
          </a:p>
        </p:txBody>
      </p:sp>
      <p:sp>
        <p:nvSpPr>
          <p:cNvPr id="15" name="Text 13"/>
          <p:cNvSpPr/>
          <p:nvPr/>
        </p:nvSpPr>
        <p:spPr>
          <a:xfrm>
            <a:off x="777240" y="5120640"/>
            <a:ext cx="3200400" cy="1188720"/>
          </a:xfrm>
          <a:prstGeom prst="rect">
            <a:avLst/>
          </a:prstGeom>
          <a:noFill/>
          <a:ln/>
        </p:spPr>
        <p:txBody>
          <a:bodyPr wrap="square" lIns="0" tIns="0" rIns="0" bIns="0" rtlCol="0" anchor="ctr"/>
          <a:lstStyle/>
          <a:p>
            <a:pPr marL="0" indent="0">
              <a:lnSpc>
                <a:spcPct val="128000"/>
              </a:lnSpc>
              <a:buNone/>
            </a:pPr>
            <a:r>
              <a:rPr lang="en-US" sz="1150" dirty="0">
                <a:solidFill>
                  <a:srgbClr val="D3DCEC"/>
                </a:solidFill>
                <a:latin typeface="Calibri" pitchFamily="34" charset="0"/>
                <a:ea typeface="Calibri" pitchFamily="34" charset="-122"/>
                <a:cs typeface="Calibri" pitchFamily="34" charset="-120"/>
              </a:rPr>
              <a:t>New visitors convert at 24.9% vs returning visitors at just 14.1%</a:t>
            </a:r>
            <a:endParaRPr lang="en-US" sz="1150" dirty="0"/>
          </a:p>
        </p:txBody>
      </p:sp>
      <p:sp>
        <p:nvSpPr>
          <p:cNvPr id="16" name="Shape 14"/>
          <p:cNvSpPr/>
          <p:nvPr/>
        </p:nvSpPr>
        <p:spPr>
          <a:xfrm>
            <a:off x="4343400" y="4160520"/>
            <a:ext cx="3657600" cy="2286000"/>
          </a:xfrm>
          <a:prstGeom prst="roundRect">
            <a:avLst>
              <a:gd name="adj" fmla="val 3200"/>
            </a:avLst>
          </a:prstGeom>
          <a:solidFill>
            <a:srgbClr val="1F3B63"/>
          </a:solidFill>
          <a:ln/>
        </p:spPr>
        <p:txBody>
          <a:bodyPr/>
          <a:lstStyle/>
          <a:p>
            <a:endParaRPr lang="en-IN" dirty="0"/>
          </a:p>
        </p:txBody>
      </p:sp>
      <p:sp>
        <p:nvSpPr>
          <p:cNvPr id="17" name="Text 15"/>
          <p:cNvSpPr/>
          <p:nvPr/>
        </p:nvSpPr>
        <p:spPr>
          <a:xfrm>
            <a:off x="4572000" y="4343400"/>
            <a:ext cx="3200400" cy="77724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4.5x</a:t>
            </a:r>
            <a:endParaRPr lang="en-US" sz="3400" dirty="0"/>
          </a:p>
        </p:txBody>
      </p:sp>
      <p:sp>
        <p:nvSpPr>
          <p:cNvPr id="18" name="Text 16"/>
          <p:cNvSpPr/>
          <p:nvPr/>
        </p:nvSpPr>
        <p:spPr>
          <a:xfrm>
            <a:off x="4572000" y="5120640"/>
            <a:ext cx="3200400" cy="1188720"/>
          </a:xfrm>
          <a:prstGeom prst="rect">
            <a:avLst/>
          </a:prstGeom>
          <a:noFill/>
          <a:ln/>
        </p:spPr>
        <p:txBody>
          <a:bodyPr wrap="square" lIns="0" tIns="0" rIns="0" bIns="0" rtlCol="0" anchor="ctr"/>
          <a:lstStyle/>
          <a:p>
            <a:pPr marL="0" indent="0">
              <a:lnSpc>
                <a:spcPct val="128000"/>
              </a:lnSpc>
              <a:buNone/>
            </a:pPr>
            <a:r>
              <a:rPr lang="en-US" sz="1150" dirty="0">
                <a:solidFill>
                  <a:srgbClr val="D3DCEC"/>
                </a:solidFill>
                <a:latin typeface="Calibri" pitchFamily="34" charset="0"/>
                <a:ea typeface="Calibri" pitchFamily="34" charset="-122"/>
                <a:cs typeface="Calibri" pitchFamily="34" charset="-120"/>
              </a:rPr>
              <a:t>lower bounce rate for buyers (0.005) vs non-buyers (0.023)</a:t>
            </a:r>
            <a:endParaRPr lang="en-US" sz="1150" dirty="0"/>
          </a:p>
        </p:txBody>
      </p:sp>
      <p:sp>
        <p:nvSpPr>
          <p:cNvPr id="19" name="Shape 17"/>
          <p:cNvSpPr/>
          <p:nvPr/>
        </p:nvSpPr>
        <p:spPr>
          <a:xfrm>
            <a:off x="8138160" y="4160520"/>
            <a:ext cx="3657600" cy="2286000"/>
          </a:xfrm>
          <a:prstGeom prst="roundRect">
            <a:avLst>
              <a:gd name="adj" fmla="val 3200"/>
            </a:avLst>
          </a:prstGeom>
          <a:solidFill>
            <a:srgbClr val="1F3B63"/>
          </a:solidFill>
          <a:ln/>
        </p:spPr>
        <p:txBody>
          <a:bodyPr/>
          <a:lstStyle/>
          <a:p>
            <a:endParaRPr lang="en-IN" dirty="0"/>
          </a:p>
        </p:txBody>
      </p:sp>
      <p:sp>
        <p:nvSpPr>
          <p:cNvPr id="20" name="Text 18"/>
          <p:cNvSpPr/>
          <p:nvPr/>
        </p:nvSpPr>
        <p:spPr>
          <a:xfrm>
            <a:off x="8366760" y="4343400"/>
            <a:ext cx="3200400" cy="77724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13.6x</a:t>
            </a:r>
            <a:endParaRPr lang="en-US" sz="3400" dirty="0"/>
          </a:p>
        </p:txBody>
      </p:sp>
      <p:sp>
        <p:nvSpPr>
          <p:cNvPr id="21" name="Text 19"/>
          <p:cNvSpPr/>
          <p:nvPr/>
        </p:nvSpPr>
        <p:spPr>
          <a:xfrm>
            <a:off x="8366760" y="5120640"/>
            <a:ext cx="3200400" cy="1188720"/>
          </a:xfrm>
          <a:prstGeom prst="rect">
            <a:avLst/>
          </a:prstGeom>
          <a:noFill/>
          <a:ln/>
        </p:spPr>
        <p:txBody>
          <a:bodyPr wrap="square" lIns="0" tIns="0" rIns="0" bIns="0" rtlCol="0" anchor="ctr"/>
          <a:lstStyle/>
          <a:p>
            <a:pPr marL="0" indent="0">
              <a:lnSpc>
                <a:spcPct val="128000"/>
              </a:lnSpc>
              <a:buNone/>
            </a:pPr>
            <a:r>
              <a:rPr lang="en-US" sz="1150" dirty="0">
                <a:solidFill>
                  <a:srgbClr val="D3DCEC"/>
                </a:solidFill>
                <a:latin typeface="Calibri" pitchFamily="34" charset="0"/>
                <a:ea typeface="Calibri" pitchFamily="34" charset="-122"/>
                <a:cs typeface="Calibri" pitchFamily="34" charset="-120"/>
              </a:rPr>
              <a:t>higher PageValues for buyers (27.26) vs non-buyers (2.0)</a:t>
            </a:r>
            <a:endParaRPr lang="en-US" sz="1150" dirty="0"/>
          </a:p>
        </p:txBody>
      </p:sp>
      <p:sp>
        <p:nvSpPr>
          <p:cNvPr id="22" name="Text 20"/>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FB0C9"/>
                </a:solidFill>
                <a:latin typeface="Calibri" pitchFamily="34" charset="0"/>
                <a:ea typeface="Calibri" pitchFamily="34" charset="-122"/>
                <a:cs typeface="Calibri" pitchFamily="34" charset="-120"/>
              </a:rPr>
              <a:t>10 / 20</a:t>
            </a:r>
            <a:endParaRPr lang="en-US" sz="900" dirty="0"/>
          </a:p>
        </p:txBody>
      </p:sp>
      <p:sp>
        <p:nvSpPr>
          <p:cNvPr id="23" name="Text 21"/>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6E80A0"/>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PREPROCESSING</a:t>
            </a:r>
            <a:endParaRPr lang="en-US" sz="12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Outlier Detection (IQR Method)</a:t>
            </a:r>
            <a:endParaRPr lang="en-US" sz="2700" dirty="0"/>
          </a:p>
        </p:txBody>
      </p:sp>
      <p:sp>
        <p:nvSpPr>
          <p:cNvPr id="4" name="Shape 2"/>
          <p:cNvSpPr/>
          <p:nvPr/>
        </p:nvSpPr>
        <p:spPr>
          <a:xfrm>
            <a:off x="11750040" y="-320040"/>
            <a:ext cx="1005840" cy="1005840"/>
          </a:xfrm>
          <a:prstGeom prst="ellipse">
            <a:avLst/>
          </a:prstGeom>
          <a:solidFill>
            <a:srgbClr val="CADCFC"/>
          </a:solidFill>
          <a:ln/>
        </p:spPr>
        <p:txBody>
          <a:bodyPr/>
          <a:lstStyle/>
          <a:p>
            <a:endParaRPr lang="en-IN" dirty="0"/>
          </a:p>
        </p:txBody>
      </p:sp>
      <p:sp>
        <p:nvSpPr>
          <p:cNvPr id="6" name="Text 3"/>
          <p:cNvSpPr/>
          <p:nvPr/>
        </p:nvSpPr>
        <p:spPr>
          <a:xfrm>
            <a:off x="7178040" y="1291590"/>
            <a:ext cx="5486400" cy="274320"/>
          </a:xfrm>
          <a:prstGeom prst="rect">
            <a:avLst/>
          </a:prstGeom>
          <a:noFill/>
          <a:ln/>
        </p:spPr>
        <p:txBody>
          <a:bodyPr wrap="square"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IQR METHOD</a:t>
            </a:r>
            <a:endParaRPr lang="en-US" sz="1100" dirty="0"/>
          </a:p>
        </p:txBody>
      </p:sp>
      <p:sp>
        <p:nvSpPr>
          <p:cNvPr id="7" name="Shape 4"/>
          <p:cNvSpPr/>
          <p:nvPr/>
        </p:nvSpPr>
        <p:spPr>
          <a:xfrm>
            <a:off x="7178040" y="1565910"/>
            <a:ext cx="4434840" cy="1634490"/>
          </a:xfrm>
          <a:prstGeom prst="roundRect">
            <a:avLst>
              <a:gd name="adj" fmla="val 3871"/>
            </a:avLst>
          </a:prstGeom>
          <a:solidFill>
            <a:srgbClr val="141B45"/>
          </a:solidFill>
          <a:ln/>
        </p:spPr>
        <p:txBody>
          <a:bodyPr/>
          <a:lstStyle/>
          <a:p>
            <a:endParaRPr lang="en-IN" dirty="0"/>
          </a:p>
        </p:txBody>
      </p:sp>
      <p:sp>
        <p:nvSpPr>
          <p:cNvPr id="8" name="Text 5"/>
          <p:cNvSpPr/>
          <p:nvPr/>
        </p:nvSpPr>
        <p:spPr>
          <a:xfrm>
            <a:off x="7360920" y="1661922"/>
            <a:ext cx="4050792" cy="1124712"/>
          </a:xfrm>
          <a:prstGeom prst="rect">
            <a:avLst/>
          </a:prstGeom>
          <a:noFill/>
          <a:ln/>
        </p:spPr>
        <p:txBody>
          <a:bodyPr wrap="square" rtlCol="0" anchor="t"/>
          <a:lstStyle/>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Q1 = df[col].quantile(0.25)</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Q3 = df[col].quantile(0.75)</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IQR = Q3 - Q1</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lower = Q1 - 1.5 * IQR</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upper = Q3 + 1.5 * IQR</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outliers = df[(df[col]&lt;lower)|(df[col]&gt;upper)]</a:t>
            </a:r>
            <a:endParaRPr lang="en-US" sz="1100" dirty="0"/>
          </a:p>
        </p:txBody>
      </p:sp>
      <p:sp>
        <p:nvSpPr>
          <p:cNvPr id="9" name="Text 6"/>
          <p:cNvSpPr/>
          <p:nvPr/>
        </p:nvSpPr>
        <p:spPr>
          <a:xfrm>
            <a:off x="7178040" y="3360420"/>
            <a:ext cx="5486400" cy="274320"/>
          </a:xfrm>
          <a:prstGeom prst="rect">
            <a:avLst/>
          </a:prstGeom>
          <a:noFill/>
          <a:ln/>
        </p:spPr>
        <p:txBody>
          <a:bodyPr wrap="square"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WHY OUTLIERS EXIST</a:t>
            </a:r>
            <a:endParaRPr lang="en-US" sz="1100" dirty="0"/>
          </a:p>
        </p:txBody>
      </p:sp>
      <p:sp>
        <p:nvSpPr>
          <p:cNvPr id="10" name="Text 7"/>
          <p:cNvSpPr/>
          <p:nvPr/>
        </p:nvSpPr>
        <p:spPr>
          <a:xfrm>
            <a:off x="7178040" y="3657600"/>
            <a:ext cx="4434840" cy="2651760"/>
          </a:xfrm>
          <a:prstGeom prst="rect">
            <a:avLst/>
          </a:prstGeom>
          <a:noFill/>
          <a:ln/>
        </p:spPr>
        <p:txBody>
          <a:bodyPr wrap="square" rtlCol="0" anchor="t"/>
          <a:lstStyle/>
          <a:p>
            <a:pPr marL="177800" indent="-177800">
              <a:spcAft>
                <a:spcPts val="900"/>
              </a:spcAft>
              <a:buSzPct val="100000"/>
              <a:buChar char="▪"/>
            </a:pPr>
            <a:r>
              <a:rPr lang="en-US" sz="1100" dirty="0">
                <a:solidFill>
                  <a:srgbClr val="1B1F3B"/>
                </a:solidFill>
                <a:latin typeface="Calibri" pitchFamily="34" charset="0"/>
                <a:ea typeface="Calibri" pitchFamily="34" charset="-122"/>
                <a:cs typeface="Calibri" pitchFamily="34" charset="-120"/>
              </a:rPr>
              <a:t>Administrative / Informational pages: a small group of power-users visit repeatedly (order history, FAQs, policies) creating high variance</a:t>
            </a:r>
            <a:endParaRPr lang="en-US" sz="1100" dirty="0"/>
          </a:p>
          <a:p>
            <a:pPr marL="177800" indent="-177800">
              <a:spcAft>
                <a:spcPts val="900"/>
              </a:spcAft>
              <a:buSzPct val="100000"/>
              <a:buChar char="▪"/>
            </a:pPr>
            <a:r>
              <a:rPr lang="en-US" sz="1100" dirty="0">
                <a:solidFill>
                  <a:srgbClr val="1B2333"/>
                </a:solidFill>
                <a:latin typeface="Calibri" pitchFamily="34" charset="0"/>
                <a:ea typeface="Calibri" pitchFamily="34" charset="-122"/>
                <a:cs typeface="Calibri" pitchFamily="34" charset="-120"/>
              </a:rPr>
              <a:t>ProductRelated &amp; Duration — comparison shopping or idle browser tabs left open</a:t>
            </a:r>
          </a:p>
          <a:p>
            <a:pPr marL="177800" indent="-177800">
              <a:spcAft>
                <a:spcPts val="900"/>
              </a:spcAft>
              <a:buSzPct val="100000"/>
              <a:buFontTx/>
              <a:buChar char="▪"/>
            </a:pPr>
            <a:r>
              <a:rPr lang="en-US" sz="1100" dirty="0">
                <a:solidFill>
                  <a:srgbClr val="1B2333"/>
                </a:solidFill>
                <a:latin typeface="Calibri" pitchFamily="34" charset="0"/>
                <a:ea typeface="Calibri" pitchFamily="34" charset="-122"/>
                <a:cs typeface="Calibri" pitchFamily="34" charset="-120"/>
              </a:rPr>
              <a:t>BounceRates — irrelevant traffic or accidental clicks causing instant exits</a:t>
            </a:r>
          </a:p>
          <a:p>
            <a:pPr marL="177800" indent="-177800">
              <a:spcAft>
                <a:spcPts val="900"/>
              </a:spcAft>
              <a:buSzPct val="100000"/>
              <a:buFontTx/>
              <a:buChar char="▪"/>
            </a:pPr>
            <a:r>
              <a:rPr lang="en-US" sz="1100" dirty="0">
                <a:solidFill>
                  <a:srgbClr val="1B2333"/>
                </a:solidFill>
                <a:latin typeface="Calibri" pitchFamily="34" charset="0"/>
                <a:ea typeface="Calibri" pitchFamily="34" charset="-122"/>
                <a:cs typeface="Calibri" pitchFamily="34" charset="-120"/>
              </a:rPr>
              <a:t>ExitRates — checkout abandonment or comparison browsing before leaving</a:t>
            </a:r>
          </a:p>
          <a:p>
            <a:pPr marL="177800" indent="-177800">
              <a:spcAft>
                <a:spcPts val="900"/>
              </a:spcAft>
              <a:buSzPct val="100000"/>
              <a:buFontTx/>
              <a:buChar char="▪"/>
            </a:pPr>
            <a:r>
              <a:rPr lang="en-US" sz="1100" dirty="0">
                <a:solidFill>
                  <a:srgbClr val="1B2333"/>
                </a:solidFill>
                <a:latin typeface="Calibri" pitchFamily="34" charset="0"/>
                <a:ea typeface="Calibri" pitchFamily="34" charset="-122"/>
                <a:cs typeface="Calibri" pitchFamily="34" charset="-120"/>
              </a:rPr>
              <a:t>PageValues — a small group of high-value customers on high-converting pages</a:t>
            </a:r>
            <a:endParaRPr lang="en-US" sz="1100" dirty="0"/>
          </a:p>
          <a:p>
            <a:pPr marL="177800" indent="-177800">
              <a:spcAft>
                <a:spcPts val="900"/>
              </a:spcAft>
              <a:buSzPct val="100000"/>
              <a:buChar char="▪"/>
            </a:pPr>
            <a:r>
              <a:rPr lang="en-US" sz="1100" b="1" dirty="0">
                <a:solidFill>
                  <a:srgbClr val="1B1F3B"/>
                </a:solidFill>
                <a:latin typeface="Calibri" pitchFamily="34" charset="0"/>
                <a:ea typeface="Calibri" pitchFamily="34" charset="-122"/>
                <a:cs typeface="Calibri" pitchFamily="34" charset="-120"/>
              </a:rPr>
              <a:t>Decision</a:t>
            </a:r>
            <a:r>
              <a:rPr lang="en-US" sz="1100" dirty="0">
                <a:solidFill>
                  <a:srgbClr val="1B1F3B"/>
                </a:solidFill>
                <a:latin typeface="Calibri" pitchFamily="34" charset="0"/>
                <a:ea typeface="Calibri" pitchFamily="34" charset="-122"/>
                <a:cs typeface="Calibri" pitchFamily="34" charset="-120"/>
              </a:rPr>
              <a:t>: outliers were retained (not removed) since they represent real high-value buyer behaviour critical to the target variable</a:t>
            </a:r>
            <a:endParaRPr lang="en-US" sz="1100" dirty="0"/>
          </a:p>
        </p:txBody>
      </p:sp>
      <p:sp>
        <p:nvSpPr>
          <p:cNvPr id="11" name="Text 8"/>
          <p:cNvSpPr/>
          <p:nvPr/>
        </p:nvSpPr>
        <p:spPr>
          <a:xfrm>
            <a:off x="11658600" y="6492240"/>
            <a:ext cx="457200" cy="274320"/>
          </a:xfrm>
          <a:prstGeom prst="rect">
            <a:avLst/>
          </a:prstGeom>
          <a:noFill/>
          <a:ln/>
        </p:spPr>
        <p:txBody>
          <a:bodyPr wrap="square" rtlCol="0" anchor="ctr"/>
          <a:lstStyle/>
          <a:p>
            <a:pPr marL="0" indent="0" algn="r">
              <a:buNone/>
            </a:pPr>
            <a:r>
              <a:rPr lang="en-US" sz="1000" dirty="0">
                <a:solidFill>
                  <a:srgbClr val="6B7391"/>
                </a:solidFill>
                <a:latin typeface="Calibri" pitchFamily="34" charset="0"/>
                <a:ea typeface="Calibri" pitchFamily="34" charset="-122"/>
                <a:cs typeface="Calibri" pitchFamily="34" charset="-120"/>
              </a:rPr>
              <a:t>09</a:t>
            </a:r>
            <a:endParaRPr lang="en-US" sz="1000" dirty="0"/>
          </a:p>
        </p:txBody>
      </p:sp>
      <p:pic>
        <p:nvPicPr>
          <p:cNvPr id="13" name="Image 1" descr="/home/claude/imgs/outlier_boxplots.png">
            <a:extLst>
              <a:ext uri="{FF2B5EF4-FFF2-40B4-BE49-F238E27FC236}">
                <a16:creationId xmlns:a16="http://schemas.microsoft.com/office/drawing/2014/main" id="{AD31124D-9660-A3BD-34C0-8BAD79D3E560}"/>
              </a:ext>
            </a:extLst>
          </p:cNvPr>
          <p:cNvPicPr>
            <a:picLocks noChangeAspect="1"/>
          </p:cNvPicPr>
          <p:nvPr/>
        </p:nvPicPr>
        <p:blipFill>
          <a:blip r:embed="rId3"/>
          <a:srcRect/>
          <a:stretch/>
        </p:blipFill>
        <p:spPr>
          <a:xfrm>
            <a:off x="548640" y="1280160"/>
            <a:ext cx="6252210" cy="5120640"/>
          </a:xfrm>
          <a:prstGeom prst="rect">
            <a:avLst/>
          </a:prstGeom>
        </p:spPr>
      </p:pic>
      <p:sp>
        <p:nvSpPr>
          <p:cNvPr id="15" name="Text 16">
            <a:extLst>
              <a:ext uri="{FF2B5EF4-FFF2-40B4-BE49-F238E27FC236}">
                <a16:creationId xmlns:a16="http://schemas.microsoft.com/office/drawing/2014/main" id="{5A4E6EDE-A6F5-4C0A-3ABB-129AD119923F}"/>
              </a:ext>
            </a:extLst>
          </p:cNvPr>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SQL BUSINESS ANALYSIS</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Answering Business Questions in SQL</a:t>
            </a:r>
            <a:endParaRPr lang="en-US" sz="3000" dirty="0"/>
          </a:p>
        </p:txBody>
      </p:sp>
      <p:sp>
        <p:nvSpPr>
          <p:cNvPr id="4" name="Text 2"/>
          <p:cNvSpPr/>
          <p:nvPr/>
        </p:nvSpPr>
        <p:spPr>
          <a:xfrm>
            <a:off x="548640" y="1417320"/>
            <a:ext cx="11064240" cy="457200"/>
          </a:xfrm>
          <a:prstGeom prst="rect">
            <a:avLst/>
          </a:prstGeom>
          <a:noFill/>
          <a:ln/>
        </p:spPr>
        <p:txBody>
          <a:bodyPr wrap="square" lIns="0" tIns="0" rIns="0" bIns="0" rtlCol="0" anchor="ctr"/>
          <a:lstStyle/>
          <a:p>
            <a:pPr marL="0" indent="0">
              <a:lnSpc>
                <a:spcPct val="120000"/>
              </a:lnSpc>
              <a:buNone/>
            </a:pPr>
            <a:r>
              <a:rPr lang="en-US" sz="1250" dirty="0">
                <a:solidFill>
                  <a:srgbClr val="5B6B82"/>
                </a:solidFill>
                <a:latin typeface="Calibri" pitchFamily="34" charset="0"/>
                <a:ea typeface="Calibri" pitchFamily="34" charset="-122"/>
                <a:cs typeface="Calibri" pitchFamily="34" charset="-120"/>
              </a:rPr>
              <a:t>18 business questions were answered directly in SQL against the cleaned online_shoppers table — each paired with an insight and an actionable recommendation.</a:t>
            </a:r>
            <a:endParaRPr lang="en-US" sz="1250" dirty="0"/>
          </a:p>
        </p:txBody>
      </p:sp>
      <p:sp>
        <p:nvSpPr>
          <p:cNvPr id="5" name="Shape 3"/>
          <p:cNvSpPr/>
          <p:nvPr/>
        </p:nvSpPr>
        <p:spPr>
          <a:xfrm>
            <a:off x="548640" y="2103119"/>
            <a:ext cx="5760720" cy="4023360"/>
          </a:xfrm>
          <a:prstGeom prst="roundRect">
            <a:avLst>
              <a:gd name="adj" fmla="val 1818"/>
            </a:avLst>
          </a:prstGeom>
          <a:solidFill>
            <a:srgbClr val="16233F"/>
          </a:solidFill>
          <a:ln/>
          <a:effectLst>
            <a:outerShdw blurRad="101600" dist="38100" dir="5400000" algn="bl" rotWithShape="0">
              <a:srgbClr val="000000">
                <a:alpha val="10000"/>
              </a:srgbClr>
            </a:outerShdw>
          </a:effectLst>
        </p:spPr>
        <p:txBody>
          <a:bodyPr/>
          <a:lstStyle/>
          <a:p>
            <a:endParaRPr lang="en-IN" dirty="0"/>
          </a:p>
        </p:txBody>
      </p:sp>
      <p:sp>
        <p:nvSpPr>
          <p:cNvPr id="6" name="Text 4"/>
          <p:cNvSpPr/>
          <p:nvPr/>
        </p:nvSpPr>
        <p:spPr>
          <a:xfrm>
            <a:off x="822960" y="2194560"/>
            <a:ext cx="5212080" cy="274320"/>
          </a:xfrm>
          <a:prstGeom prst="rect">
            <a:avLst/>
          </a:prstGeom>
          <a:noFill/>
          <a:ln/>
        </p:spPr>
        <p:txBody>
          <a:bodyPr wrap="square" lIns="0" tIns="0" rIns="0" bIns="0" rtlCol="0" anchor="ctr"/>
          <a:lstStyle/>
          <a:p>
            <a:pPr marL="0" indent="0">
              <a:buNone/>
            </a:pPr>
            <a:r>
              <a:rPr lang="en-US" sz="1050" b="1" kern="0" spc="100" dirty="0">
                <a:solidFill>
                  <a:srgbClr val="F2A93B"/>
                </a:solidFill>
                <a:latin typeface="Calibri" pitchFamily="34" charset="0"/>
                <a:ea typeface="Calibri" pitchFamily="34" charset="-122"/>
                <a:cs typeface="Calibri" pitchFamily="34" charset="-120"/>
              </a:rPr>
              <a:t>SQL — CONVERSION RATE BY MONTH</a:t>
            </a:r>
            <a:endParaRPr lang="en-US" sz="1050" dirty="0"/>
          </a:p>
        </p:txBody>
      </p:sp>
      <p:sp>
        <p:nvSpPr>
          <p:cNvPr id="7" name="Text 5"/>
          <p:cNvSpPr/>
          <p:nvPr/>
        </p:nvSpPr>
        <p:spPr>
          <a:xfrm>
            <a:off x="822960" y="2606040"/>
            <a:ext cx="5212080" cy="1554480"/>
          </a:xfrm>
          <a:prstGeom prst="rect">
            <a:avLst/>
          </a:prstGeom>
          <a:noFill/>
          <a:ln/>
        </p:spPr>
        <p:txBody>
          <a:bodyPr wrap="square" lIns="0" tIns="0" rIns="0" bIns="0" rtlCol="0" anchor="ctr"/>
          <a:lstStyle/>
          <a:p>
            <a:pPr marL="0" indent="0">
              <a:lnSpc>
                <a:spcPct val="120000"/>
              </a:lnSpc>
              <a:buNone/>
            </a:pPr>
            <a:r>
              <a:rPr lang="en-US" sz="1300" dirty="0">
                <a:solidFill>
                  <a:srgbClr val="E8EEF7"/>
                </a:solidFill>
                <a:latin typeface="Courier New" pitchFamily="34" charset="0"/>
                <a:ea typeface="Courier New" pitchFamily="34" charset="-122"/>
                <a:cs typeface="Courier New" pitchFamily="34" charset="-120"/>
              </a:rPr>
              <a:t>SELECT Month,</a:t>
            </a:r>
            <a:endParaRPr lang="en-US" sz="1300" dirty="0"/>
          </a:p>
          <a:p>
            <a:pPr marL="0" indent="0">
              <a:lnSpc>
                <a:spcPct val="120000"/>
              </a:lnSpc>
              <a:buNone/>
            </a:pPr>
            <a:r>
              <a:rPr lang="en-US" sz="1300" dirty="0">
                <a:solidFill>
                  <a:srgbClr val="E8EEF7"/>
                </a:solidFill>
                <a:latin typeface="Courier New" pitchFamily="34" charset="0"/>
                <a:ea typeface="Courier New" pitchFamily="34" charset="-122"/>
                <a:cs typeface="Courier New" pitchFamily="34" charset="-120"/>
              </a:rPr>
              <a:t>       ROUND(AVG(Revenue) * 100, 2)</a:t>
            </a:r>
            <a:endParaRPr lang="en-US" sz="1300" dirty="0"/>
          </a:p>
          <a:p>
            <a:pPr marL="0" indent="0">
              <a:lnSpc>
                <a:spcPct val="120000"/>
              </a:lnSpc>
              <a:buNone/>
            </a:pPr>
            <a:r>
              <a:rPr lang="en-US" sz="1300" dirty="0">
                <a:solidFill>
                  <a:srgbClr val="E8EEF7"/>
                </a:solidFill>
                <a:latin typeface="Courier New" pitchFamily="34" charset="0"/>
                <a:ea typeface="Courier New" pitchFamily="34" charset="-122"/>
                <a:cs typeface="Courier New" pitchFamily="34" charset="-120"/>
              </a:rPr>
              <a:t>         AS Conversion_Rate</a:t>
            </a:r>
            <a:endParaRPr lang="en-US" sz="1300" dirty="0"/>
          </a:p>
          <a:p>
            <a:pPr marL="0" indent="0">
              <a:lnSpc>
                <a:spcPct val="120000"/>
              </a:lnSpc>
              <a:buNone/>
            </a:pPr>
            <a:r>
              <a:rPr lang="en-US" sz="1300" dirty="0">
                <a:solidFill>
                  <a:srgbClr val="E8EEF7"/>
                </a:solidFill>
                <a:latin typeface="Courier New" pitchFamily="34" charset="0"/>
                <a:ea typeface="Courier New" pitchFamily="34" charset="-122"/>
                <a:cs typeface="Courier New" pitchFamily="34" charset="-120"/>
              </a:rPr>
              <a:t>FROM project.online_shoppers</a:t>
            </a:r>
            <a:endParaRPr lang="en-US" sz="1300" dirty="0"/>
          </a:p>
          <a:p>
            <a:pPr marL="0" indent="0">
              <a:lnSpc>
                <a:spcPct val="120000"/>
              </a:lnSpc>
              <a:buNone/>
            </a:pPr>
            <a:r>
              <a:rPr lang="en-US" sz="1300" dirty="0">
                <a:solidFill>
                  <a:srgbClr val="E8EEF7"/>
                </a:solidFill>
                <a:latin typeface="Courier New" pitchFamily="34" charset="0"/>
                <a:ea typeface="Courier New" pitchFamily="34" charset="-122"/>
                <a:cs typeface="Courier New" pitchFamily="34" charset="-120"/>
              </a:rPr>
              <a:t>GROUP BY Month</a:t>
            </a:r>
            <a:endParaRPr lang="en-US" sz="1300" dirty="0"/>
          </a:p>
          <a:p>
            <a:pPr marL="0" indent="0">
              <a:lnSpc>
                <a:spcPct val="120000"/>
              </a:lnSpc>
              <a:buNone/>
            </a:pPr>
            <a:r>
              <a:rPr lang="en-US" sz="1300" dirty="0">
                <a:solidFill>
                  <a:srgbClr val="E8EEF7"/>
                </a:solidFill>
                <a:latin typeface="Courier New" pitchFamily="34" charset="0"/>
                <a:ea typeface="Courier New" pitchFamily="34" charset="-122"/>
                <a:cs typeface="Courier New" pitchFamily="34" charset="-120"/>
              </a:rPr>
              <a:t>ORDER BY Conversion_Rate DESC;</a:t>
            </a:r>
            <a:endParaRPr lang="en-US" sz="1300" dirty="0"/>
          </a:p>
        </p:txBody>
      </p:sp>
      <p:sp>
        <p:nvSpPr>
          <p:cNvPr id="8" name="Shape 6"/>
          <p:cNvSpPr/>
          <p:nvPr/>
        </p:nvSpPr>
        <p:spPr>
          <a:xfrm>
            <a:off x="822960" y="4251960"/>
            <a:ext cx="5212080" cy="0"/>
          </a:xfrm>
          <a:prstGeom prst="line">
            <a:avLst/>
          </a:prstGeom>
          <a:noFill/>
          <a:ln w="12700">
            <a:solidFill>
              <a:srgbClr val="3A4F73"/>
            </a:solidFill>
            <a:prstDash val="solid"/>
          </a:ln>
        </p:spPr>
        <p:txBody>
          <a:bodyPr/>
          <a:lstStyle/>
          <a:p>
            <a:endParaRPr lang="en-IN" dirty="0"/>
          </a:p>
        </p:txBody>
      </p:sp>
      <p:sp>
        <p:nvSpPr>
          <p:cNvPr id="9" name="Text 7"/>
          <p:cNvSpPr/>
          <p:nvPr/>
        </p:nvSpPr>
        <p:spPr>
          <a:xfrm>
            <a:off x="822960" y="4480560"/>
            <a:ext cx="5212080"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INSIGHT</a:t>
            </a:r>
            <a:endParaRPr lang="en-US" sz="1000" dirty="0"/>
          </a:p>
        </p:txBody>
      </p:sp>
      <p:sp>
        <p:nvSpPr>
          <p:cNvPr id="10" name="Text 8"/>
          <p:cNvSpPr/>
          <p:nvPr/>
        </p:nvSpPr>
        <p:spPr>
          <a:xfrm>
            <a:off x="822960" y="4663440"/>
            <a:ext cx="5212080" cy="640080"/>
          </a:xfrm>
          <a:prstGeom prst="rect">
            <a:avLst/>
          </a:prstGeom>
          <a:noFill/>
          <a:ln/>
        </p:spPr>
        <p:txBody>
          <a:bodyPr wrap="square" lIns="0" tIns="0" rIns="0" bIns="0" rtlCol="0" anchor="ctr"/>
          <a:lstStyle/>
          <a:p>
            <a:pPr marL="0" indent="0">
              <a:lnSpc>
                <a:spcPct val="125000"/>
              </a:lnSpc>
              <a:buNone/>
            </a:pPr>
            <a:r>
              <a:rPr lang="en-US" sz="1150" dirty="0">
                <a:solidFill>
                  <a:srgbClr val="D3DCEC"/>
                </a:solidFill>
                <a:latin typeface="Calibri" pitchFamily="34" charset="0"/>
                <a:ea typeface="Calibri" pitchFamily="34" charset="-122"/>
                <a:cs typeface="Calibri" pitchFamily="34" charset="-120"/>
              </a:rPr>
              <a:t>November and October recorded the highest conversion rates, showing strong seasonal purchase intent during festive/sale periods.</a:t>
            </a:r>
            <a:endParaRPr lang="en-US" sz="1150" dirty="0"/>
          </a:p>
        </p:txBody>
      </p:sp>
      <p:sp>
        <p:nvSpPr>
          <p:cNvPr id="11" name="Text 9"/>
          <p:cNvSpPr/>
          <p:nvPr/>
        </p:nvSpPr>
        <p:spPr>
          <a:xfrm>
            <a:off x="822960" y="5303520"/>
            <a:ext cx="5212080" cy="274320"/>
          </a:xfrm>
          <a:prstGeom prst="rect">
            <a:avLst/>
          </a:prstGeom>
          <a:noFill/>
          <a:ln/>
        </p:spPr>
        <p:txBody>
          <a:bodyPr wrap="square" lIns="0" tIns="0" rIns="0" bIns="0" rtlCol="0" anchor="ctr"/>
          <a:lstStyle/>
          <a:p>
            <a:pPr marL="0" indent="0">
              <a:buNone/>
            </a:pPr>
            <a:r>
              <a:rPr lang="en-US" sz="1000" b="1" kern="0" spc="100" dirty="0">
                <a:solidFill>
                  <a:srgbClr val="F2A93B"/>
                </a:solidFill>
                <a:latin typeface="Calibri" pitchFamily="34" charset="0"/>
                <a:ea typeface="Calibri" pitchFamily="34" charset="-122"/>
                <a:cs typeface="Calibri" pitchFamily="34" charset="-120"/>
              </a:rPr>
              <a:t>RECOMMENDATION</a:t>
            </a:r>
            <a:endParaRPr lang="en-US" sz="1000" dirty="0"/>
          </a:p>
        </p:txBody>
      </p:sp>
      <p:sp>
        <p:nvSpPr>
          <p:cNvPr id="12" name="Text 10"/>
          <p:cNvSpPr/>
          <p:nvPr/>
        </p:nvSpPr>
        <p:spPr>
          <a:xfrm>
            <a:off x="822960" y="5486400"/>
            <a:ext cx="5212080" cy="457200"/>
          </a:xfrm>
          <a:prstGeom prst="rect">
            <a:avLst/>
          </a:prstGeom>
          <a:noFill/>
          <a:ln/>
        </p:spPr>
        <p:txBody>
          <a:bodyPr wrap="square" lIns="0" tIns="0" rIns="0" bIns="0" rtlCol="0" anchor="ctr"/>
          <a:lstStyle/>
          <a:p>
            <a:pPr marL="0" indent="0">
              <a:lnSpc>
                <a:spcPct val="125000"/>
              </a:lnSpc>
              <a:buNone/>
            </a:pPr>
            <a:r>
              <a:rPr lang="en-US" sz="1150" dirty="0">
                <a:solidFill>
                  <a:srgbClr val="D3DCEC"/>
                </a:solidFill>
                <a:latin typeface="Calibri" pitchFamily="34" charset="0"/>
                <a:ea typeface="Calibri" pitchFamily="34" charset="-122"/>
                <a:cs typeface="Calibri" pitchFamily="34" charset="-120"/>
              </a:rPr>
              <a:t>Increase marketing campaigns and promotional offers during high-conversion months to maximize revenue.</a:t>
            </a:r>
            <a:endParaRPr lang="en-US" sz="1150" dirty="0"/>
          </a:p>
        </p:txBody>
      </p:sp>
      <p:graphicFrame>
        <p:nvGraphicFramePr>
          <p:cNvPr id="13" name="Chart 0"/>
          <p:cNvGraphicFramePr/>
          <p:nvPr/>
        </p:nvGraphicFramePr>
        <p:xfrm>
          <a:off x="6537960" y="2011680"/>
          <a:ext cx="5074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11 / 20</a:t>
            </a:r>
            <a:endParaRPr lang="en-US" sz="900" dirty="0"/>
          </a:p>
        </p:txBody>
      </p:sp>
      <p:sp>
        <p:nvSpPr>
          <p:cNvPr id="15" name="Text 12"/>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SQL BUSINESS ANALYSIS</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More SQL-Driven Insights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480560"/>
        </p:xfrm>
        <a:graphic>
          <a:graphicData uri="http://schemas.openxmlformats.org/drawingml/2006/table">
            <a:tbl>
              <a:tblPr/>
              <a:tblGrid>
                <a:gridCol w="36576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64008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Business Question</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Key Insight</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Recommendation</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640080">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Which visitor type generates highest page value?</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New Visitors generate higher PageValues per session than Returning Visitors.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Focus on converting new visitors with personalized onboarding.</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Which traffic sources convert best / worst?</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Traffic Types 16, 7, 8 perform best; several sources have near-zero conversions.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Invest in high-performing channels; optimize or cut weak ones.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Do bounce rates affect conversion?</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Converted users have much lower bounce rates than non-converters.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Optimize landing pages and ad targeting to reduce bounce behavior.</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Do weekend visitors convert better?</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Weekend visitors show slightly higher conversion rates than weekdays.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Increase weekend promotions and targeted campaigns.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4"/>
                  </a:ext>
                </a:extLst>
              </a:tr>
              <a:tr h="640080">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Which regions contribute highest revenue?</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Regions 9, 2, 1, and 5 show the highest conversion rates; Region 8 lowest.</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Focus regional marketing on top regions; improve weak markets.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Does SpecialDay proximity drive purchases?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Conversion is actually highest when SpecialDay = 0 (regular periods).</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050" dirty="0">
                          <a:solidFill>
                            <a:srgbClr val="1B2333"/>
                          </a:solidFill>
                          <a:latin typeface="Calibri" pitchFamily="34" charset="0"/>
                          <a:ea typeface="Calibri" pitchFamily="34" charset="-122"/>
                          <a:cs typeface="Calibri" pitchFamily="34" charset="-120"/>
                        </a:rPr>
                        <a:t>Don't rely only on holiday promos — sustain year-round engagement.</a:t>
                      </a:r>
                      <a:endParaRPr lang="en-US" sz="10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12 / 20</a:t>
            </a:r>
            <a:endParaRPr lang="en-US" sz="900" dirty="0"/>
          </a:p>
        </p:txBody>
      </p:sp>
      <p:sp>
        <p:nvSpPr>
          <p:cNvPr id="6" name="Text 3"/>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PROEJCT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POWER BI DASHBOARD</a:t>
            </a:r>
            <a:endParaRPr lang="en-US" sz="1250" dirty="0"/>
          </a:p>
        </p:txBody>
      </p:sp>
      <p:sp>
        <p:nvSpPr>
          <p:cNvPr id="3" name="Text 1"/>
          <p:cNvSpPr/>
          <p:nvPr/>
        </p:nvSpPr>
        <p:spPr>
          <a:xfrm>
            <a:off x="548640" y="658368"/>
            <a:ext cx="740664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Interactive KPI Dashboard</a:t>
            </a:r>
            <a:endParaRPr lang="en-US" sz="3000" dirty="0"/>
          </a:p>
        </p:txBody>
      </p:sp>
      <p:pic>
        <p:nvPicPr>
          <p:cNvPr id="4" name="Image 0" descr="/home/claude/imgs/dashboard.png"/>
          <p:cNvPicPr>
            <a:picLocks noChangeAspect="1"/>
          </p:cNvPicPr>
          <p:nvPr/>
        </p:nvPicPr>
        <p:blipFill>
          <a:blip r:embed="rId3"/>
          <a:srcRect/>
          <a:stretch/>
        </p:blipFill>
        <p:spPr>
          <a:xfrm>
            <a:off x="548640" y="1508760"/>
            <a:ext cx="7406640" cy="4279392"/>
          </a:xfrm>
          <a:prstGeom prst="rect">
            <a:avLst/>
          </a:prstGeom>
        </p:spPr>
      </p:pic>
      <p:sp>
        <p:nvSpPr>
          <p:cNvPr id="5" name="Shape 2"/>
          <p:cNvSpPr/>
          <p:nvPr/>
        </p:nvSpPr>
        <p:spPr>
          <a:xfrm>
            <a:off x="548640" y="1508760"/>
            <a:ext cx="7406640" cy="4279392"/>
          </a:xfrm>
          <a:prstGeom prst="rect">
            <a:avLst/>
          </a:prstGeom>
          <a:ln w="12700">
            <a:solidFill>
              <a:srgbClr val="D9E2EC"/>
            </a:solidFill>
            <a:prstDash val="solid"/>
          </a:ln>
        </p:spPr>
        <p:txBody>
          <a:bodyPr/>
          <a:lstStyle/>
          <a:p>
            <a:endParaRPr lang="en-IN" dirty="0"/>
          </a:p>
        </p:txBody>
      </p:sp>
      <p:sp>
        <p:nvSpPr>
          <p:cNvPr id="6" name="Text 3"/>
          <p:cNvSpPr/>
          <p:nvPr/>
        </p:nvSpPr>
        <p:spPr>
          <a:xfrm>
            <a:off x="548640" y="5852160"/>
            <a:ext cx="7406640" cy="457200"/>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Filters: Month · VisitorType · Weekend · TrafficType · Region — enabling stakeholders to slice conversion behavior interactively.</a:t>
            </a:r>
            <a:endParaRPr lang="en-US" sz="1050" dirty="0"/>
          </a:p>
        </p:txBody>
      </p:sp>
      <p:sp>
        <p:nvSpPr>
          <p:cNvPr id="7" name="Shape 4"/>
          <p:cNvSpPr/>
          <p:nvPr/>
        </p:nvSpPr>
        <p:spPr>
          <a:xfrm>
            <a:off x="8321611" y="1783508"/>
            <a:ext cx="411480" cy="411480"/>
          </a:xfrm>
          <a:prstGeom prst="ellipse">
            <a:avLst/>
          </a:prstGeom>
          <a:solidFill>
            <a:srgbClr val="0E7C86"/>
          </a:solidFill>
          <a:ln/>
        </p:spPr>
        <p:txBody>
          <a:bodyPr/>
          <a:lstStyle/>
          <a:p>
            <a:endParaRPr lang="en-IN" dirty="0"/>
          </a:p>
        </p:txBody>
      </p:sp>
      <p:pic>
        <p:nvPicPr>
          <p:cNvPr id="8" name="Image 1" descr="/home/claude/ppt/icons/chart.png"/>
          <p:cNvPicPr>
            <a:picLocks noChangeAspect="1"/>
          </p:cNvPicPr>
          <p:nvPr/>
        </p:nvPicPr>
        <p:blipFill>
          <a:blip r:embed="rId4"/>
          <a:stretch>
            <a:fillRect/>
          </a:stretch>
        </p:blipFill>
        <p:spPr>
          <a:xfrm>
            <a:off x="8447341" y="1923384"/>
            <a:ext cx="173736" cy="173736"/>
          </a:xfrm>
          <a:prstGeom prst="rect">
            <a:avLst/>
          </a:prstGeom>
        </p:spPr>
      </p:pic>
      <p:sp>
        <p:nvSpPr>
          <p:cNvPr id="9" name="Text 5"/>
          <p:cNvSpPr/>
          <p:nvPr/>
        </p:nvSpPr>
        <p:spPr>
          <a:xfrm>
            <a:off x="8875394" y="906685"/>
            <a:ext cx="2783205" cy="320040"/>
          </a:xfrm>
          <a:prstGeom prst="rect">
            <a:avLst/>
          </a:prstGeom>
          <a:noFill/>
          <a:ln/>
        </p:spPr>
        <p:txBody>
          <a:bodyPr wrap="square" lIns="0" tIns="0" rIns="0" bIns="0" rtlCol="0" anchor="ctr"/>
          <a:lstStyle/>
          <a:p>
            <a:r>
              <a:rPr lang="en-US" sz="1200" b="1" dirty="0"/>
              <a:t>KPI Cards (5)</a:t>
            </a:r>
            <a:endParaRPr lang="en-US" sz="1200" dirty="0"/>
          </a:p>
          <a:p>
            <a:pPr marL="0" indent="0">
              <a:buNone/>
            </a:pPr>
            <a:endParaRPr lang="en-US" sz="1200" dirty="0"/>
          </a:p>
        </p:txBody>
      </p:sp>
      <p:sp>
        <p:nvSpPr>
          <p:cNvPr id="10" name="Text 6"/>
          <p:cNvSpPr/>
          <p:nvPr/>
        </p:nvSpPr>
        <p:spPr>
          <a:xfrm>
            <a:off x="8875394" y="1085279"/>
            <a:ext cx="2783205" cy="737234"/>
          </a:xfrm>
          <a:prstGeom prst="rect">
            <a:avLst/>
          </a:prstGeom>
          <a:noFill/>
          <a:ln/>
        </p:spPr>
        <p:txBody>
          <a:bodyPr wrap="square" lIns="0" tIns="0" rIns="0" bIns="0" rtlCol="0" anchor="ctr"/>
          <a:lstStyle/>
          <a:p>
            <a:pPr>
              <a:lnSpc>
                <a:spcPct val="120000"/>
              </a:lnSpc>
            </a:pPr>
            <a:r>
              <a:rPr lang="en-US" sz="1000" dirty="0">
                <a:solidFill>
                  <a:srgbClr val="212121"/>
                </a:solidFill>
              </a:rPr>
              <a:t>Total Conversions (1.908K) · Total Sessions (12.205K) · Conversion Rate % (15.63) · Avg Page Value (5.95) · Avg Bounce Rate % (2.04)</a:t>
            </a:r>
            <a:endParaRPr lang="en-US" sz="1000" dirty="0"/>
          </a:p>
          <a:p>
            <a:pPr marL="0" indent="0">
              <a:lnSpc>
                <a:spcPct val="120000"/>
              </a:lnSpc>
              <a:buNone/>
            </a:pPr>
            <a:endParaRPr lang="en-US" sz="1000" dirty="0"/>
          </a:p>
        </p:txBody>
      </p:sp>
      <p:sp>
        <p:nvSpPr>
          <p:cNvPr id="11" name="Shape 7"/>
          <p:cNvSpPr/>
          <p:nvPr/>
        </p:nvSpPr>
        <p:spPr>
          <a:xfrm>
            <a:off x="8321611" y="2608611"/>
            <a:ext cx="411480" cy="411480"/>
          </a:xfrm>
          <a:prstGeom prst="ellipse">
            <a:avLst/>
          </a:prstGeom>
          <a:solidFill>
            <a:srgbClr val="0E7C86"/>
          </a:solidFill>
          <a:ln/>
        </p:spPr>
        <p:txBody>
          <a:bodyPr/>
          <a:lstStyle/>
          <a:p>
            <a:endParaRPr lang="en-IN" dirty="0"/>
          </a:p>
        </p:txBody>
      </p:sp>
      <p:pic>
        <p:nvPicPr>
          <p:cNvPr id="12" name="Image 2" descr="/home/claude/ppt/icons/chart.png"/>
          <p:cNvPicPr>
            <a:picLocks noChangeAspect="1"/>
          </p:cNvPicPr>
          <p:nvPr/>
        </p:nvPicPr>
        <p:blipFill>
          <a:blip r:embed="rId4"/>
          <a:stretch>
            <a:fillRect/>
          </a:stretch>
        </p:blipFill>
        <p:spPr>
          <a:xfrm>
            <a:off x="8447341" y="2746057"/>
            <a:ext cx="173736" cy="173736"/>
          </a:xfrm>
          <a:prstGeom prst="rect">
            <a:avLst/>
          </a:prstGeom>
        </p:spPr>
      </p:pic>
      <p:sp>
        <p:nvSpPr>
          <p:cNvPr id="13" name="Text 8"/>
          <p:cNvSpPr/>
          <p:nvPr/>
        </p:nvSpPr>
        <p:spPr>
          <a:xfrm>
            <a:off x="8875394" y="1803654"/>
            <a:ext cx="2767965" cy="320040"/>
          </a:xfrm>
          <a:prstGeom prst="rect">
            <a:avLst/>
          </a:prstGeom>
          <a:noFill/>
          <a:ln/>
        </p:spPr>
        <p:txBody>
          <a:bodyPr wrap="square" lIns="0" tIns="0" rIns="0" bIns="0" rtlCol="0" anchor="ctr"/>
          <a:lstStyle/>
          <a:p>
            <a:r>
              <a:rPr lang="en-US" sz="1200" b="1" dirty="0"/>
              <a:t>Conversion Rate by Month (Bar)</a:t>
            </a:r>
            <a:endParaRPr lang="en-US" sz="1200" dirty="0"/>
          </a:p>
          <a:p>
            <a:pPr marL="0" indent="0">
              <a:buNone/>
            </a:pPr>
            <a:endParaRPr lang="en-US" sz="1200" dirty="0"/>
          </a:p>
        </p:txBody>
      </p:sp>
      <p:sp>
        <p:nvSpPr>
          <p:cNvPr id="14" name="Text 9"/>
          <p:cNvSpPr/>
          <p:nvPr/>
        </p:nvSpPr>
        <p:spPr>
          <a:xfrm>
            <a:off x="8875394" y="1914525"/>
            <a:ext cx="2834641" cy="502920"/>
          </a:xfrm>
          <a:prstGeom prst="rect">
            <a:avLst/>
          </a:prstGeom>
          <a:noFill/>
          <a:ln/>
        </p:spPr>
        <p:txBody>
          <a:bodyPr wrap="square" lIns="0" tIns="0" rIns="0" bIns="0" rtlCol="0" anchor="ctr"/>
          <a:lstStyle/>
          <a:p>
            <a:r>
              <a:rPr lang="en-US" sz="1000" dirty="0">
                <a:solidFill>
                  <a:srgbClr val="212121"/>
                </a:solidFill>
              </a:rPr>
              <a:t>Column chart showing monthly trend — Nov peaks at 25%. Used to identify seasonal revenue opportunities.</a:t>
            </a:r>
            <a:endParaRPr lang="en-US" sz="1000" dirty="0"/>
          </a:p>
        </p:txBody>
      </p:sp>
      <p:sp>
        <p:nvSpPr>
          <p:cNvPr id="15" name="Shape 10"/>
          <p:cNvSpPr/>
          <p:nvPr/>
        </p:nvSpPr>
        <p:spPr>
          <a:xfrm>
            <a:off x="8298465" y="3589020"/>
            <a:ext cx="411480" cy="411480"/>
          </a:xfrm>
          <a:prstGeom prst="ellipse">
            <a:avLst/>
          </a:prstGeom>
          <a:solidFill>
            <a:srgbClr val="0E7C86"/>
          </a:solidFill>
          <a:ln/>
        </p:spPr>
        <p:txBody>
          <a:bodyPr/>
          <a:lstStyle/>
          <a:p>
            <a:endParaRPr lang="en-IN" dirty="0"/>
          </a:p>
        </p:txBody>
      </p:sp>
      <p:pic>
        <p:nvPicPr>
          <p:cNvPr id="16" name="Image 3" descr="/home/claude/ppt/icons/chart.png"/>
          <p:cNvPicPr>
            <a:picLocks noChangeAspect="1"/>
          </p:cNvPicPr>
          <p:nvPr/>
        </p:nvPicPr>
        <p:blipFill>
          <a:blip r:embed="rId4"/>
          <a:stretch>
            <a:fillRect/>
          </a:stretch>
        </p:blipFill>
        <p:spPr>
          <a:xfrm>
            <a:off x="8403907" y="3719607"/>
            <a:ext cx="173736" cy="173736"/>
          </a:xfrm>
          <a:prstGeom prst="rect">
            <a:avLst/>
          </a:prstGeom>
        </p:spPr>
      </p:pic>
      <p:sp>
        <p:nvSpPr>
          <p:cNvPr id="17" name="Text 11"/>
          <p:cNvSpPr/>
          <p:nvPr/>
        </p:nvSpPr>
        <p:spPr>
          <a:xfrm>
            <a:off x="8875394" y="2490025"/>
            <a:ext cx="2783205" cy="320040"/>
          </a:xfrm>
          <a:prstGeom prst="rect">
            <a:avLst/>
          </a:prstGeom>
          <a:noFill/>
          <a:ln/>
        </p:spPr>
        <p:txBody>
          <a:bodyPr wrap="square" lIns="0" tIns="0" rIns="0" bIns="0" rtlCol="0" anchor="ctr"/>
          <a:lstStyle/>
          <a:p>
            <a:r>
              <a:rPr lang="en-US" sz="1200" b="1" dirty="0"/>
              <a:t>Total Conversions by Visitor Type (Donut)</a:t>
            </a:r>
            <a:endParaRPr lang="en-US" sz="1200" dirty="0"/>
          </a:p>
        </p:txBody>
      </p:sp>
      <p:sp>
        <p:nvSpPr>
          <p:cNvPr id="18" name="Text 12"/>
          <p:cNvSpPr/>
          <p:nvPr/>
        </p:nvSpPr>
        <p:spPr>
          <a:xfrm>
            <a:off x="8875395" y="2764059"/>
            <a:ext cx="2834640" cy="502920"/>
          </a:xfrm>
          <a:prstGeom prst="rect">
            <a:avLst/>
          </a:prstGeom>
          <a:noFill/>
          <a:ln/>
        </p:spPr>
        <p:txBody>
          <a:bodyPr wrap="square" lIns="0" tIns="0" rIns="0" bIns="0" rtlCol="0" anchor="ctr"/>
          <a:lstStyle/>
          <a:p>
            <a:r>
              <a:rPr lang="en-US" sz="1000" dirty="0">
                <a:solidFill>
                  <a:srgbClr val="212121"/>
                </a:solidFill>
              </a:rPr>
              <a:t>77.04% Returning Visitors · 22.12% New Visitors. Reveals the paradox: Returning dominate traffic but New Visitors convert better.</a:t>
            </a:r>
            <a:endParaRPr lang="en-US" sz="1000" dirty="0"/>
          </a:p>
        </p:txBody>
      </p:sp>
      <p:sp>
        <p:nvSpPr>
          <p:cNvPr id="19" name="Shape 13"/>
          <p:cNvSpPr/>
          <p:nvPr/>
        </p:nvSpPr>
        <p:spPr>
          <a:xfrm>
            <a:off x="8321611" y="4569713"/>
            <a:ext cx="411480" cy="411480"/>
          </a:xfrm>
          <a:prstGeom prst="ellipse">
            <a:avLst/>
          </a:prstGeom>
          <a:solidFill>
            <a:srgbClr val="0E7C86"/>
          </a:solidFill>
          <a:ln/>
        </p:spPr>
        <p:txBody>
          <a:bodyPr/>
          <a:lstStyle/>
          <a:p>
            <a:endParaRPr lang="en-IN" dirty="0"/>
          </a:p>
        </p:txBody>
      </p:sp>
      <p:pic>
        <p:nvPicPr>
          <p:cNvPr id="20" name="Image 4" descr="/home/claude/ppt/icons/chart.png"/>
          <p:cNvPicPr>
            <a:picLocks noChangeAspect="1"/>
          </p:cNvPicPr>
          <p:nvPr/>
        </p:nvPicPr>
        <p:blipFill>
          <a:blip r:embed="rId4"/>
          <a:stretch>
            <a:fillRect/>
          </a:stretch>
        </p:blipFill>
        <p:spPr>
          <a:xfrm>
            <a:off x="8427338" y="4713732"/>
            <a:ext cx="173736" cy="173736"/>
          </a:xfrm>
          <a:prstGeom prst="rect">
            <a:avLst/>
          </a:prstGeom>
        </p:spPr>
      </p:pic>
      <p:sp>
        <p:nvSpPr>
          <p:cNvPr id="21" name="Text 14"/>
          <p:cNvSpPr/>
          <p:nvPr/>
        </p:nvSpPr>
        <p:spPr>
          <a:xfrm>
            <a:off x="8875394" y="3483864"/>
            <a:ext cx="2665095" cy="320040"/>
          </a:xfrm>
          <a:prstGeom prst="rect">
            <a:avLst/>
          </a:prstGeom>
          <a:noFill/>
          <a:ln/>
        </p:spPr>
        <p:txBody>
          <a:bodyPr wrap="square" lIns="0" tIns="0" rIns="0" bIns="0" rtlCol="0" anchor="ctr"/>
          <a:lstStyle/>
          <a:p>
            <a:r>
              <a:rPr lang="en-US" sz="1200" b="1" dirty="0"/>
              <a:t>Total Conversions by Region (Bar)</a:t>
            </a:r>
            <a:endParaRPr lang="en-US" sz="1200" dirty="0"/>
          </a:p>
        </p:txBody>
      </p:sp>
      <p:sp>
        <p:nvSpPr>
          <p:cNvPr id="22" name="Text 15"/>
          <p:cNvSpPr/>
          <p:nvPr/>
        </p:nvSpPr>
        <p:spPr>
          <a:xfrm>
            <a:off x="8875395" y="3747324"/>
            <a:ext cx="2834640" cy="502920"/>
          </a:xfrm>
          <a:prstGeom prst="rect">
            <a:avLst/>
          </a:prstGeom>
          <a:noFill/>
          <a:ln/>
        </p:spPr>
        <p:txBody>
          <a:bodyPr wrap="square" lIns="0" tIns="0" rIns="0" bIns="0" rtlCol="0" anchor="ctr"/>
          <a:lstStyle/>
          <a:p>
            <a:r>
              <a:rPr lang="en-US" sz="1000" dirty="0">
                <a:solidFill>
                  <a:srgbClr val="212121"/>
                </a:solidFill>
              </a:rPr>
              <a:t>Horizontal bar: Region 1 leads with 771 conversions, Region 2 with 349. Supports regional campaign planning.</a:t>
            </a:r>
            <a:endParaRPr lang="en-US" sz="1000" dirty="0"/>
          </a:p>
        </p:txBody>
      </p:sp>
      <p:sp>
        <p:nvSpPr>
          <p:cNvPr id="23" name="Text 16"/>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13 / 20</a:t>
            </a:r>
            <a:endParaRPr lang="en-US" sz="900" dirty="0"/>
          </a:p>
        </p:txBody>
      </p:sp>
      <p:sp>
        <p:nvSpPr>
          <p:cNvPr id="24" name="Text 17"/>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
        <p:nvSpPr>
          <p:cNvPr id="26" name="Text 14">
            <a:extLst>
              <a:ext uri="{FF2B5EF4-FFF2-40B4-BE49-F238E27FC236}">
                <a16:creationId xmlns:a16="http://schemas.microsoft.com/office/drawing/2014/main" id="{C02586D7-289B-D7B6-12D3-B58206B147D7}"/>
              </a:ext>
            </a:extLst>
          </p:cNvPr>
          <p:cNvSpPr/>
          <p:nvPr/>
        </p:nvSpPr>
        <p:spPr>
          <a:xfrm>
            <a:off x="8875395" y="4432839"/>
            <a:ext cx="2686050" cy="320040"/>
          </a:xfrm>
          <a:prstGeom prst="rect">
            <a:avLst/>
          </a:prstGeom>
          <a:noFill/>
          <a:ln/>
        </p:spPr>
        <p:txBody>
          <a:bodyPr wrap="square" lIns="0" tIns="0" rIns="0" bIns="0" rtlCol="0" anchor="ctr"/>
          <a:lstStyle/>
          <a:p>
            <a:r>
              <a:rPr lang="en-US" sz="1200" b="1" dirty="0"/>
              <a:t>Bounce Rate vs Page Values (Scatter)</a:t>
            </a:r>
            <a:endParaRPr lang="en-US" sz="1200" dirty="0"/>
          </a:p>
        </p:txBody>
      </p:sp>
      <p:sp>
        <p:nvSpPr>
          <p:cNvPr id="28" name="Text 14">
            <a:extLst>
              <a:ext uri="{FF2B5EF4-FFF2-40B4-BE49-F238E27FC236}">
                <a16:creationId xmlns:a16="http://schemas.microsoft.com/office/drawing/2014/main" id="{3335D4DE-D33E-6FC0-8FFE-4FDD90520096}"/>
              </a:ext>
            </a:extLst>
          </p:cNvPr>
          <p:cNvSpPr/>
          <p:nvPr/>
        </p:nvSpPr>
        <p:spPr>
          <a:xfrm>
            <a:off x="8875395" y="5390484"/>
            <a:ext cx="2731770" cy="320040"/>
          </a:xfrm>
          <a:prstGeom prst="rect">
            <a:avLst/>
          </a:prstGeom>
          <a:noFill/>
          <a:ln/>
        </p:spPr>
        <p:txBody>
          <a:bodyPr wrap="square" lIns="0" tIns="0" rIns="0" bIns="0" rtlCol="0" anchor="ctr"/>
          <a:lstStyle/>
          <a:p>
            <a:r>
              <a:rPr lang="en-US" sz="1200" b="1" dirty="0"/>
              <a:t>Product Duration by Month (Line)</a:t>
            </a:r>
            <a:endParaRPr lang="en-US" sz="1200" dirty="0"/>
          </a:p>
        </p:txBody>
      </p:sp>
      <p:sp>
        <p:nvSpPr>
          <p:cNvPr id="32" name="Text 15">
            <a:extLst>
              <a:ext uri="{FF2B5EF4-FFF2-40B4-BE49-F238E27FC236}">
                <a16:creationId xmlns:a16="http://schemas.microsoft.com/office/drawing/2014/main" id="{03174A73-D0C0-450A-5127-AAC7CB0C4DD7}"/>
              </a:ext>
            </a:extLst>
          </p:cNvPr>
          <p:cNvSpPr/>
          <p:nvPr/>
        </p:nvSpPr>
        <p:spPr>
          <a:xfrm>
            <a:off x="8875395" y="4713732"/>
            <a:ext cx="2834640" cy="502920"/>
          </a:xfrm>
          <a:prstGeom prst="rect">
            <a:avLst/>
          </a:prstGeom>
          <a:noFill/>
          <a:ln/>
        </p:spPr>
        <p:txBody>
          <a:bodyPr wrap="square" lIns="0" tIns="0" rIns="0" bIns="0" rtlCol="0" anchor="ctr"/>
          <a:lstStyle/>
          <a:p>
            <a:r>
              <a:rPr lang="en-US" sz="1000" dirty="0">
                <a:solidFill>
                  <a:srgbClr val="212121"/>
                </a:solidFill>
              </a:rPr>
              <a:t>Revenue-coded scatter: Green dots (purchases) cluster at low bounce &amp; high page value. Visually proves the engagement-conversion correlation.</a:t>
            </a:r>
            <a:endParaRPr lang="en-US" sz="1000" dirty="0"/>
          </a:p>
        </p:txBody>
      </p:sp>
      <p:sp>
        <p:nvSpPr>
          <p:cNvPr id="34" name="Text 15">
            <a:extLst>
              <a:ext uri="{FF2B5EF4-FFF2-40B4-BE49-F238E27FC236}">
                <a16:creationId xmlns:a16="http://schemas.microsoft.com/office/drawing/2014/main" id="{57D7E91C-C475-7485-2B15-DAEF22063652}"/>
              </a:ext>
            </a:extLst>
          </p:cNvPr>
          <p:cNvSpPr/>
          <p:nvPr/>
        </p:nvSpPr>
        <p:spPr>
          <a:xfrm>
            <a:off x="8875395" y="5681568"/>
            <a:ext cx="2834640" cy="502920"/>
          </a:xfrm>
          <a:prstGeom prst="rect">
            <a:avLst/>
          </a:prstGeom>
          <a:noFill/>
          <a:ln/>
        </p:spPr>
        <p:txBody>
          <a:bodyPr wrap="square" lIns="0" tIns="0" rIns="0" bIns="0" rtlCol="0" anchor="ctr"/>
          <a:lstStyle/>
          <a:p>
            <a:r>
              <a:rPr lang="en-US" sz="1000" dirty="0">
                <a:solidFill>
                  <a:srgbClr val="212121"/>
                </a:solidFill>
              </a:rPr>
              <a:t>Line chart of avg product browsing duration — Nov highest at 1.8K sec. Guides campaign timing for content-heavy months.</a:t>
            </a:r>
            <a:endParaRPr lang="en-US" sz="1000" dirty="0"/>
          </a:p>
        </p:txBody>
      </p:sp>
      <p:pic>
        <p:nvPicPr>
          <p:cNvPr id="36" name="Image 1" descr="/home/claude/ppt/icons/chart.png">
            <a:extLst>
              <a:ext uri="{FF2B5EF4-FFF2-40B4-BE49-F238E27FC236}">
                <a16:creationId xmlns:a16="http://schemas.microsoft.com/office/drawing/2014/main" id="{591A7FD4-1B25-B367-8614-F090A1ADF046}"/>
              </a:ext>
            </a:extLst>
          </p:cNvPr>
          <p:cNvPicPr>
            <a:picLocks noChangeAspect="1"/>
          </p:cNvPicPr>
          <p:nvPr/>
        </p:nvPicPr>
        <p:blipFill>
          <a:blip r:embed="rId4"/>
          <a:stretch>
            <a:fillRect/>
          </a:stretch>
        </p:blipFill>
        <p:spPr>
          <a:xfrm>
            <a:off x="8487346" y="1052989"/>
            <a:ext cx="173736" cy="173736"/>
          </a:xfrm>
          <a:prstGeom prst="rect">
            <a:avLst/>
          </a:prstGeom>
        </p:spPr>
      </p:pic>
      <p:sp>
        <p:nvSpPr>
          <p:cNvPr id="38" name="Shape 4">
            <a:extLst>
              <a:ext uri="{FF2B5EF4-FFF2-40B4-BE49-F238E27FC236}">
                <a16:creationId xmlns:a16="http://schemas.microsoft.com/office/drawing/2014/main" id="{69CE1476-271F-9A72-C205-01665077E1F1}"/>
              </a:ext>
            </a:extLst>
          </p:cNvPr>
          <p:cNvSpPr/>
          <p:nvPr/>
        </p:nvSpPr>
        <p:spPr>
          <a:xfrm flipV="1">
            <a:off x="8335897" y="920972"/>
            <a:ext cx="397479" cy="411480"/>
          </a:xfrm>
          <a:prstGeom prst="ellipse">
            <a:avLst/>
          </a:prstGeom>
          <a:solidFill>
            <a:srgbClr val="0E7C86"/>
          </a:solidFill>
          <a:ln/>
        </p:spPr>
        <p:txBody>
          <a:bodyPr/>
          <a:lstStyle/>
          <a:p>
            <a:endParaRPr lang="en-IN" dirty="0"/>
          </a:p>
        </p:txBody>
      </p:sp>
      <p:sp>
        <p:nvSpPr>
          <p:cNvPr id="40" name="Shape 4">
            <a:extLst>
              <a:ext uri="{FF2B5EF4-FFF2-40B4-BE49-F238E27FC236}">
                <a16:creationId xmlns:a16="http://schemas.microsoft.com/office/drawing/2014/main" id="{95475504-832B-33EF-A1E2-2F4AAEF81E67}"/>
              </a:ext>
            </a:extLst>
          </p:cNvPr>
          <p:cNvSpPr/>
          <p:nvPr/>
        </p:nvSpPr>
        <p:spPr>
          <a:xfrm>
            <a:off x="8321896" y="5458968"/>
            <a:ext cx="411480" cy="411480"/>
          </a:xfrm>
          <a:prstGeom prst="ellipse">
            <a:avLst/>
          </a:prstGeom>
          <a:solidFill>
            <a:srgbClr val="0E7C86"/>
          </a:solidFill>
          <a:ln/>
        </p:spPr>
        <p:txBody>
          <a:bodyPr/>
          <a:lstStyle/>
          <a:p>
            <a:endParaRPr lang="en-IN" dirty="0"/>
          </a:p>
        </p:txBody>
      </p:sp>
      <p:pic>
        <p:nvPicPr>
          <p:cNvPr id="42" name="Image 1" descr="/home/claude/ppt/icons/chart.png">
            <a:extLst>
              <a:ext uri="{FF2B5EF4-FFF2-40B4-BE49-F238E27FC236}">
                <a16:creationId xmlns:a16="http://schemas.microsoft.com/office/drawing/2014/main" id="{E5464634-F5E6-8B98-082F-38656A0F7448}"/>
              </a:ext>
            </a:extLst>
          </p:cNvPr>
          <p:cNvPicPr>
            <a:picLocks noChangeAspect="1"/>
          </p:cNvPicPr>
          <p:nvPr/>
        </p:nvPicPr>
        <p:blipFill>
          <a:blip r:embed="rId4"/>
          <a:stretch>
            <a:fillRect/>
          </a:stretch>
        </p:blipFill>
        <p:spPr>
          <a:xfrm>
            <a:off x="8421624" y="5591556"/>
            <a:ext cx="173736" cy="173736"/>
          </a:xfrm>
          <a:prstGeom prst="rect">
            <a:avLst/>
          </a:prstGeom>
        </p:spPr>
      </p:pic>
      <p:pic>
        <p:nvPicPr>
          <p:cNvPr id="44" name="Image 1" descr="/home/claude/ppt/icons/chart.png">
            <a:extLst>
              <a:ext uri="{FF2B5EF4-FFF2-40B4-BE49-F238E27FC236}">
                <a16:creationId xmlns:a16="http://schemas.microsoft.com/office/drawing/2014/main" id="{7D993BF2-D93F-A84F-BE95-1898E1969850}"/>
              </a:ext>
            </a:extLst>
          </p:cNvPr>
          <p:cNvPicPr>
            <a:picLocks noChangeAspect="1"/>
          </p:cNvPicPr>
          <p:nvPr/>
        </p:nvPicPr>
        <p:blipFill>
          <a:blip r:embed="rId4"/>
          <a:stretch>
            <a:fillRect/>
          </a:stretch>
        </p:blipFill>
        <p:spPr>
          <a:xfrm>
            <a:off x="8450483" y="1057133"/>
            <a:ext cx="173736" cy="1737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141B4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194560" y="4846320"/>
            <a:ext cx="4114800" cy="4114800"/>
          </a:xfrm>
          <a:prstGeom prst="ellipse">
            <a:avLst/>
          </a:prstGeom>
          <a:solidFill>
            <a:srgbClr val="141B4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685800"/>
            <a:ext cx="7315200" cy="457200"/>
          </a:xfrm>
          <a:prstGeom prst="rect">
            <a:avLst/>
          </a:prstGeom>
          <a:noFill/>
          <a:ln/>
        </p:spPr>
        <p:txBody>
          <a:bodyPr wrap="square" rtlCol="0" anchor="ctr"/>
          <a:lstStyle/>
          <a:p>
            <a:r>
              <a:rPr lang="en-US" sz="1400" b="1" kern="0" spc="200" dirty="0">
                <a:solidFill>
                  <a:schemeClr val="accent6">
                    <a:lumMod val="60000"/>
                    <a:lumOff val="40000"/>
                  </a:schemeClr>
                </a:solidFill>
                <a:latin typeface="Calibri" pitchFamily="34" charset="0"/>
                <a:ea typeface="Calibri" pitchFamily="34" charset="-122"/>
                <a:cs typeface="Calibri" pitchFamily="34" charset="-120"/>
              </a:rPr>
              <a:t>MACHINE LEARNING</a:t>
            </a:r>
            <a:endParaRPr lang="en-US" sz="1400" dirty="0">
              <a:solidFill>
                <a:schemeClr val="accent6">
                  <a:lumMod val="60000"/>
                  <a:lumOff val="40000"/>
                </a:schemeClr>
              </a:solidFill>
            </a:endParaRPr>
          </a:p>
        </p:txBody>
      </p:sp>
      <p:sp>
        <p:nvSpPr>
          <p:cNvPr id="5" name="Text 3"/>
          <p:cNvSpPr/>
          <p:nvPr/>
        </p:nvSpPr>
        <p:spPr>
          <a:xfrm>
            <a:off x="731520" y="1097280"/>
            <a:ext cx="105156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Four Experiments,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One Objective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31520" y="2331720"/>
            <a:ext cx="9601200" cy="10972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From a simple linear baseline to a fully tuned ensemble model — systematically improving Recall &amp; F1-Score on an imbalanced target.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731520" y="4206240"/>
            <a:ext cx="2606040" cy="1828800"/>
          </a:xfrm>
          <a:prstGeom prst="roundRect">
            <a:avLst>
              <a:gd name="adj" fmla="val 4000"/>
            </a:avLst>
          </a:prstGeom>
          <a:solidFill>
            <a:srgbClr val="141B45"/>
          </a:solidFill>
          <a:ln w="12700">
            <a:solidFill>
              <a:srgbClr val="3540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914400" y="4370832"/>
            <a:ext cx="22402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2C39A"/>
                </a:solidFill>
                <a:effectLst/>
                <a:uLnTx/>
                <a:uFillTx/>
                <a:latin typeface="Calibri" pitchFamily="34" charset="0"/>
                <a:ea typeface="Calibri" pitchFamily="34" charset="-122"/>
                <a:cs typeface="Calibri" pitchFamily="34" charset="-120"/>
              </a:rPr>
              <a:t>EXP 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14400" y="4754880"/>
            <a:ext cx="2240280" cy="100584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Baseline</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Logistic Regression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50" b="1" dirty="0">
              <a:solidFill>
                <a:srgbClr val="FFFFFF"/>
              </a:solidFill>
              <a:latin typeface="Cambria" pitchFamily="34" charset="0"/>
              <a:ea typeface="Cambria" pitchFamily="34" charset="-122"/>
            </a:endParaRPr>
          </a:p>
          <a:p>
            <a:r>
              <a:rPr lang="en-US" sz="1400" dirty="0">
                <a:solidFill>
                  <a:srgbClr val="5B6B82"/>
                </a:solidFill>
                <a:latin typeface="Calibri" pitchFamily="34" charset="0"/>
                <a:ea typeface="Calibri" pitchFamily="34" charset="-122"/>
                <a:cs typeface="Calibri" pitchFamily="34" charset="-120"/>
              </a:rPr>
              <a:t>Establish a benchmark with raw scaled features</a:t>
            </a: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566160" y="4206240"/>
            <a:ext cx="2606040" cy="1828800"/>
          </a:xfrm>
          <a:prstGeom prst="roundRect">
            <a:avLst>
              <a:gd name="adj" fmla="val 4000"/>
            </a:avLst>
          </a:prstGeom>
          <a:solidFill>
            <a:srgbClr val="141B45"/>
          </a:solidFill>
          <a:ln w="12700">
            <a:solidFill>
              <a:srgbClr val="3540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749040" y="4370832"/>
            <a:ext cx="22402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2C39A"/>
                </a:solidFill>
                <a:effectLst/>
                <a:uLnTx/>
                <a:uFillTx/>
                <a:latin typeface="Calibri" pitchFamily="34" charset="0"/>
                <a:ea typeface="Calibri" pitchFamily="34" charset="-122"/>
                <a:cs typeface="Calibri" pitchFamily="34" charset="-120"/>
              </a:rPr>
              <a:t>EXP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749040" y="4754880"/>
            <a:ext cx="2240280" cy="10972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Log1p &amp;</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Yeo-Johnson + LR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50" b="1" dirty="0">
              <a:solidFill>
                <a:srgbClr val="FFFFFF"/>
              </a:solidFill>
              <a:latin typeface="Cambria" pitchFamily="34" charset="0"/>
              <a:ea typeface="Cambria" pitchFamily="34" charset="-122"/>
            </a:endParaRPr>
          </a:p>
          <a:p>
            <a:r>
              <a:rPr lang="en-US" sz="1400" dirty="0">
                <a:solidFill>
                  <a:srgbClr val="5B6B82"/>
                </a:solidFill>
                <a:latin typeface="Calibri" pitchFamily="34" charset="0"/>
                <a:ea typeface="Calibri" pitchFamily="34" charset="-122"/>
                <a:cs typeface="Calibri" pitchFamily="34" charset="-120"/>
              </a:rPr>
              <a:t>Reduce skewness in duration/value features</a:t>
            </a: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0" y="4206240"/>
            <a:ext cx="2606040" cy="1828800"/>
          </a:xfrm>
          <a:prstGeom prst="roundRect">
            <a:avLst>
              <a:gd name="adj" fmla="val 4000"/>
            </a:avLst>
          </a:prstGeom>
          <a:solidFill>
            <a:srgbClr val="141B45"/>
          </a:solidFill>
          <a:ln w="12700">
            <a:solidFill>
              <a:srgbClr val="3540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583680" y="4370832"/>
            <a:ext cx="22402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2C39A"/>
                </a:solidFill>
                <a:effectLst/>
                <a:uLnTx/>
                <a:uFillTx/>
                <a:latin typeface="Calibri" pitchFamily="34" charset="0"/>
                <a:ea typeface="Calibri" pitchFamily="34" charset="-122"/>
                <a:cs typeface="Calibri" pitchFamily="34" charset="-120"/>
              </a:rPr>
              <a:t>EXP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583680" y="4754880"/>
            <a:ext cx="2240280" cy="10972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Transform +</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Class-Weighted LR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50" b="1" dirty="0">
              <a:solidFill>
                <a:srgbClr val="FFFFFF"/>
              </a:solidFill>
              <a:latin typeface="Cambria" pitchFamily="34" charset="0"/>
              <a:ea typeface="Cambria" pitchFamily="34" charset="-122"/>
            </a:endParaRPr>
          </a:p>
          <a:p>
            <a:r>
              <a:rPr lang="en-US" sz="1400" dirty="0">
                <a:solidFill>
                  <a:srgbClr val="5B6B82"/>
                </a:solidFill>
                <a:latin typeface="Calibri" pitchFamily="34" charset="0"/>
                <a:ea typeface="Calibri" pitchFamily="34" charset="-122"/>
                <a:cs typeface="Calibri" pitchFamily="34" charset="-120"/>
              </a:rPr>
              <a:t>Address class imbalance (only 15.6% positive)</a:t>
            </a: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235440" y="4206240"/>
            <a:ext cx="2606040" cy="1828800"/>
          </a:xfrm>
          <a:prstGeom prst="roundRect">
            <a:avLst>
              <a:gd name="adj" fmla="val 4000"/>
            </a:avLst>
          </a:prstGeom>
          <a:solidFill>
            <a:srgbClr val="141B45"/>
          </a:solidFill>
          <a:ln w="12700">
            <a:solidFill>
              <a:srgbClr val="3540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9418320" y="4370832"/>
            <a:ext cx="22402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2C39A"/>
                </a:solidFill>
                <a:effectLst/>
                <a:uLnTx/>
                <a:uFillTx/>
                <a:latin typeface="Calibri" pitchFamily="34" charset="0"/>
                <a:ea typeface="Calibri" pitchFamily="34" charset="-122"/>
                <a:cs typeface="Calibri" pitchFamily="34" charset="-120"/>
              </a:rPr>
              <a:t>EXP 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384030" y="4754880"/>
            <a:ext cx="2331720" cy="10972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Tuned Decision Tree</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&amp; Random Forest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50" b="1" dirty="0">
              <a:solidFill>
                <a:srgbClr val="FFFFFF"/>
              </a:solidFill>
              <a:latin typeface="Cambria" pitchFamily="34" charset="0"/>
              <a:ea typeface="Cambria" pitchFamily="34" charset="-122"/>
            </a:endParaRPr>
          </a:p>
          <a:p>
            <a:r>
              <a:rPr lang="en-US" sz="1400" dirty="0">
                <a:solidFill>
                  <a:srgbClr val="5B6B82"/>
                </a:solidFill>
                <a:latin typeface="Calibri" pitchFamily="34" charset="0"/>
                <a:ea typeface="Calibri" pitchFamily="34" charset="-122"/>
                <a:cs typeface="Calibri" pitchFamily="34" charset="-120"/>
              </a:rPr>
              <a:t>Capture non-linear patterns; tune with search CV</a:t>
            </a: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26">
            <a:extLst>
              <a:ext uri="{FF2B5EF4-FFF2-40B4-BE49-F238E27FC236}">
                <a16:creationId xmlns:a16="http://schemas.microsoft.com/office/drawing/2014/main" id="{C2B47FDB-F991-DCA2-D96F-C66EBFED1043}"/>
              </a:ext>
            </a:extLst>
          </p:cNvPr>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EXPERIMENT 1</a:t>
            </a:r>
            <a:endParaRPr lang="en-US" sz="1250" dirty="0"/>
          </a:p>
        </p:txBody>
      </p:sp>
      <p:sp>
        <p:nvSpPr>
          <p:cNvPr id="3" name="Text 1"/>
          <p:cNvSpPr/>
          <p:nvPr/>
        </p:nvSpPr>
        <p:spPr>
          <a:xfrm>
            <a:off x="548640" y="1189863"/>
            <a:ext cx="10789920" cy="189738"/>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Baseline Logistic Regression</a:t>
            </a:r>
          </a:p>
          <a:p>
            <a:r>
              <a:rPr lang="en-US" sz="1200" dirty="0">
                <a:solidFill>
                  <a:srgbClr val="1B1F3B"/>
                </a:solidFill>
                <a:latin typeface="Calibri" pitchFamily="34" charset="0"/>
                <a:ea typeface="Calibri" pitchFamily="34" charset="-122"/>
                <a:cs typeface="Calibri" pitchFamily="34" charset="-120"/>
              </a:rPr>
              <a:t>plain sklearn LogisticRegression, no class balancing, no transformation --</a:t>
            </a:r>
            <a:r>
              <a:rPr lang="en-US" sz="1200" dirty="0">
                <a:solidFill>
                  <a:srgbClr val="4A5578"/>
                </a:solidFill>
                <a:latin typeface="Calibri" pitchFamily="34" charset="0"/>
                <a:ea typeface="Calibri" pitchFamily="34" charset="-122"/>
                <a:cs typeface="Calibri" pitchFamily="34" charset="-120"/>
              </a:rPr>
              <a:t> purely to see how a linear model performs “out of the box” on an imbalanced 84:16 target</a:t>
            </a:r>
            <a:endParaRPr lang="en-US" sz="1200" dirty="0"/>
          </a:p>
          <a:p>
            <a:pPr marL="0" indent="0">
              <a:buNone/>
            </a:pPr>
            <a:endParaRPr lang="en-US" sz="3000" dirty="0"/>
          </a:p>
        </p:txBody>
      </p:sp>
      <p:sp>
        <p:nvSpPr>
          <p:cNvPr id="4" name="Shape 2"/>
          <p:cNvSpPr/>
          <p:nvPr/>
        </p:nvSpPr>
        <p:spPr>
          <a:xfrm>
            <a:off x="548640" y="1600200"/>
            <a:ext cx="5532120" cy="4480560"/>
          </a:xfrm>
          <a:prstGeom prst="roundRect">
            <a:avLst>
              <a:gd name="adj" fmla="val 1633"/>
            </a:avLst>
          </a:prstGeom>
          <a:solidFill>
            <a:srgbClr val="16233F"/>
          </a:solidFill>
          <a:ln/>
          <a:effectLst>
            <a:outerShdw blurRad="101600" dist="38100" dir="5400000" algn="bl" rotWithShape="0">
              <a:srgbClr val="000000">
                <a:alpha val="10000"/>
              </a:srgbClr>
            </a:outerShdw>
          </a:effectLst>
        </p:spPr>
        <p:txBody>
          <a:bodyPr/>
          <a:lstStyle/>
          <a:p>
            <a:endParaRPr lang="en-IN" dirty="0"/>
          </a:p>
        </p:txBody>
      </p:sp>
      <p:sp>
        <p:nvSpPr>
          <p:cNvPr id="6" name="Text 4"/>
          <p:cNvSpPr/>
          <p:nvPr/>
        </p:nvSpPr>
        <p:spPr>
          <a:xfrm>
            <a:off x="822960" y="2031114"/>
            <a:ext cx="2663190" cy="2095115"/>
          </a:xfrm>
          <a:prstGeom prst="rect">
            <a:avLst/>
          </a:prstGeom>
          <a:noFill/>
          <a:ln/>
        </p:spPr>
        <p:txBody>
          <a:bodyPr wrap="square" lIns="0" tIns="0" rIns="0" bIns="0" rtlCol="0" anchor="ctr"/>
          <a:lstStyle/>
          <a:p>
            <a:pPr marL="177800" indent="-177800">
              <a:spcAft>
                <a:spcPts val="1200"/>
              </a:spcAft>
              <a:buSzPct val="100000"/>
              <a:buChar char="▪"/>
            </a:pPr>
            <a:r>
              <a:rPr lang="en-US" sz="1200" dirty="0">
                <a:solidFill>
                  <a:schemeClr val="bg1">
                    <a:lumMod val="95000"/>
                  </a:schemeClr>
                </a:solidFill>
                <a:latin typeface="Calibri" pitchFamily="34" charset="0"/>
                <a:ea typeface="Calibri" pitchFamily="34" charset="-122"/>
                <a:cs typeface="Calibri" pitchFamily="34" charset="-120"/>
              </a:rPr>
              <a:t>Encoding: pd.get_dummies() on Month &amp; VisitorType (drop_first=True)</a:t>
            </a:r>
            <a:endParaRPr lang="en-US" sz="1200" dirty="0">
              <a:solidFill>
                <a:schemeClr val="bg1">
                  <a:lumMod val="95000"/>
                </a:schemeClr>
              </a:solidFill>
            </a:endParaRPr>
          </a:p>
          <a:p>
            <a:pPr marL="177800" indent="-177800">
              <a:spcAft>
                <a:spcPts val="1200"/>
              </a:spcAft>
              <a:buSzPct val="100000"/>
              <a:buChar char="▪"/>
            </a:pPr>
            <a:r>
              <a:rPr lang="en-US" sz="1200" dirty="0">
                <a:solidFill>
                  <a:schemeClr val="bg1">
                    <a:lumMod val="95000"/>
                  </a:schemeClr>
                </a:solidFill>
                <a:latin typeface="Calibri" pitchFamily="34" charset="0"/>
                <a:ea typeface="Calibri" pitchFamily="34" charset="-122"/>
                <a:cs typeface="Calibri" pitchFamily="34" charset="-120"/>
              </a:rPr>
              <a:t>Split: 80/20 train-test, stratified on Revenue to preserve class ratio</a:t>
            </a:r>
            <a:endParaRPr lang="en-US" sz="1200" dirty="0">
              <a:solidFill>
                <a:schemeClr val="bg1">
                  <a:lumMod val="95000"/>
                </a:schemeClr>
              </a:solidFill>
            </a:endParaRPr>
          </a:p>
          <a:p>
            <a:pPr marL="177800" indent="-177800">
              <a:spcAft>
                <a:spcPts val="1200"/>
              </a:spcAft>
              <a:buSzPct val="100000"/>
              <a:buChar char="▪"/>
            </a:pPr>
            <a:r>
              <a:rPr lang="en-US" sz="1200" dirty="0">
                <a:solidFill>
                  <a:schemeClr val="bg1">
                    <a:lumMod val="95000"/>
                  </a:schemeClr>
                </a:solidFill>
                <a:latin typeface="Calibri" pitchFamily="34" charset="0"/>
                <a:ea typeface="Calibri" pitchFamily="34" charset="-122"/>
                <a:cs typeface="Calibri" pitchFamily="34" charset="-120"/>
              </a:rPr>
              <a:t>Scaling: RobustScaler (robust to the outliers we chose to keep)</a:t>
            </a:r>
            <a:endParaRPr lang="en-US" sz="1200" dirty="0">
              <a:solidFill>
                <a:schemeClr val="bg1">
                  <a:lumMod val="95000"/>
                </a:schemeClr>
              </a:solidFill>
            </a:endParaRPr>
          </a:p>
          <a:p>
            <a:pPr marL="177800" indent="-177800">
              <a:spcAft>
                <a:spcPts val="1200"/>
              </a:spcAft>
              <a:buSzPct val="100000"/>
              <a:buChar char="▪"/>
            </a:pPr>
            <a:r>
              <a:rPr lang="en-US" sz="1200" dirty="0">
                <a:solidFill>
                  <a:schemeClr val="bg1">
                    <a:lumMod val="95000"/>
                  </a:schemeClr>
                </a:solidFill>
                <a:latin typeface="Calibri" pitchFamily="34" charset="0"/>
                <a:ea typeface="Calibri" pitchFamily="34" charset="-122"/>
                <a:cs typeface="Calibri" pitchFamily="34" charset="-120"/>
              </a:rPr>
              <a:t>Model: plain sklearn LogisticRegression, no class balancing, no transformation</a:t>
            </a:r>
            <a:endParaRPr lang="en-US" sz="1200" dirty="0">
              <a:solidFill>
                <a:schemeClr val="bg1">
                  <a:lumMod val="95000"/>
                </a:schemeClr>
              </a:solidFill>
            </a:endParaRPr>
          </a:p>
          <a:p>
            <a:pPr marL="0" indent="0">
              <a:lnSpc>
                <a:spcPct val="120000"/>
              </a:lnSpc>
              <a:buNone/>
            </a:pPr>
            <a:endParaRPr lang="en-US" sz="1200" dirty="0">
              <a:solidFill>
                <a:schemeClr val="bg1">
                  <a:lumMod val="95000"/>
                </a:schemeClr>
              </a:solidFill>
            </a:endParaRPr>
          </a:p>
        </p:txBody>
      </p:sp>
      <p:sp>
        <p:nvSpPr>
          <p:cNvPr id="7" name="Shape 5"/>
          <p:cNvSpPr/>
          <p:nvPr/>
        </p:nvSpPr>
        <p:spPr>
          <a:xfrm>
            <a:off x="822960" y="4160520"/>
            <a:ext cx="5029200" cy="0"/>
          </a:xfrm>
          <a:prstGeom prst="line">
            <a:avLst/>
          </a:prstGeom>
          <a:noFill/>
          <a:ln w="12700">
            <a:solidFill>
              <a:srgbClr val="3A4F73"/>
            </a:solidFill>
            <a:prstDash val="solid"/>
          </a:ln>
        </p:spPr>
        <p:txBody>
          <a:bodyPr/>
          <a:lstStyle/>
          <a:p>
            <a:endParaRPr lang="en-IN" dirty="0"/>
          </a:p>
        </p:txBody>
      </p:sp>
      <p:sp>
        <p:nvSpPr>
          <p:cNvPr id="8" name="Text 6"/>
          <p:cNvSpPr/>
          <p:nvPr/>
        </p:nvSpPr>
        <p:spPr>
          <a:xfrm>
            <a:off x="822960" y="4297680"/>
            <a:ext cx="50292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Confusion Matrix (Test Set)</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4617720"/>
          <a:ext cx="5029200" cy="1188720"/>
        </p:xfrm>
        <a:graphic>
          <a:graphicData uri="http://schemas.openxmlformats.org/drawingml/2006/table">
            <a:tbl>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96240">
                <a:tc>
                  <a:txBody>
                    <a:bodyPr/>
                    <a:lstStyle/>
                    <a:p>
                      <a:pPr marL="0" indent="0" algn="ctr">
                        <a:buNone/>
                      </a:pP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6233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Pred: No</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F3B63"/>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Pred: Yes</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F3B63"/>
                    </a:solidFill>
                  </a:tcPr>
                </a:tc>
                <a:extLst>
                  <a:ext uri="{0D108BD9-81ED-4DB2-BD59-A6C34878D82A}">
                    <a16:rowId xmlns:a16="http://schemas.microsoft.com/office/drawing/2014/main" val="10000"/>
                  </a:ext>
                </a:extLst>
              </a:tr>
              <a:tr h="39624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Actual: No</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F3B63"/>
                    </a:solidFill>
                  </a:tcPr>
                </a:tc>
                <a:tc>
                  <a:txBody>
                    <a:bodyPr/>
                    <a:lstStyle/>
                    <a:p>
                      <a:pPr marL="0" indent="0" algn="ctr">
                        <a:buNone/>
                      </a:pPr>
                      <a:r>
                        <a:rPr lang="en-US" sz="1100" dirty="0">
                          <a:solidFill>
                            <a:srgbClr val="E8EEF7"/>
                          </a:solidFill>
                          <a:latin typeface="Calibri" pitchFamily="34" charset="0"/>
                          <a:ea typeface="Calibri" pitchFamily="34" charset="-122"/>
                          <a:cs typeface="Calibri" pitchFamily="34" charset="-120"/>
                        </a:rPr>
                        <a:t>2,012</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6233F"/>
                    </a:solidFill>
                  </a:tcPr>
                </a:tc>
                <a:tc>
                  <a:txBody>
                    <a:bodyPr/>
                    <a:lstStyle/>
                    <a:p>
                      <a:pPr marL="0" indent="0" algn="ctr">
                        <a:buNone/>
                      </a:pPr>
                      <a:r>
                        <a:rPr lang="en-US" sz="1100" dirty="0">
                          <a:solidFill>
                            <a:srgbClr val="E8EEF7"/>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6233F"/>
                    </a:solidFill>
                  </a:tcPr>
                </a:tc>
                <a:extLst>
                  <a:ext uri="{0D108BD9-81ED-4DB2-BD59-A6C34878D82A}">
                    <a16:rowId xmlns:a16="http://schemas.microsoft.com/office/drawing/2014/main" val="10001"/>
                  </a:ext>
                </a:extLst>
              </a:tr>
              <a:tr h="39624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Actual: Yes</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F3B63"/>
                    </a:solidFill>
                  </a:tcPr>
                </a:tc>
                <a:tc>
                  <a:txBody>
                    <a:bodyPr/>
                    <a:lstStyle/>
                    <a:p>
                      <a:pPr marL="0" indent="0" algn="ctr">
                        <a:buNone/>
                      </a:pPr>
                      <a:r>
                        <a:rPr lang="en-US" sz="1100" dirty="0">
                          <a:solidFill>
                            <a:srgbClr val="E8EEF7"/>
                          </a:solidFill>
                          <a:latin typeface="Calibri" pitchFamily="34" charset="0"/>
                          <a:ea typeface="Calibri" pitchFamily="34" charset="-122"/>
                          <a:cs typeface="Calibri" pitchFamily="34" charset="-120"/>
                        </a:rPr>
                        <a:t>223</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6233F"/>
                    </a:solidFill>
                  </a:tcPr>
                </a:tc>
                <a:tc>
                  <a:txBody>
                    <a:bodyPr/>
                    <a:lstStyle/>
                    <a:p>
                      <a:pPr marL="0" indent="0" algn="ctr">
                        <a:buNone/>
                      </a:pPr>
                      <a:r>
                        <a:rPr lang="en-US" sz="1100" dirty="0">
                          <a:solidFill>
                            <a:srgbClr val="E8EEF7"/>
                          </a:solidFill>
                          <a:latin typeface="Calibri" pitchFamily="34" charset="0"/>
                          <a:ea typeface="Calibri" pitchFamily="34" charset="-122"/>
                          <a:cs typeface="Calibri" pitchFamily="34" charset="-120"/>
                        </a:rPr>
                        <a:t>159</a:t>
                      </a:r>
                      <a:endParaRPr lang="en-US" sz="1100" dirty="0">
                        <a:latin typeface="Calibri" charset="0"/>
                        <a:ea typeface="Calibri" charset="0"/>
                        <a:cs typeface="Calibri" charset="0"/>
                      </a:endParaRPr>
                    </a:p>
                  </a:txBody>
                  <a:tcPr anchor="ctr">
                    <a:lnL w="6350" cap="flat" cmpd="sng" algn="ctr">
                      <a:solidFill>
                        <a:srgbClr val="3A4F73"/>
                      </a:solidFill>
                      <a:prstDash val="solid"/>
                      <a:round/>
                      <a:headEnd type="none" w="med" len="med"/>
                      <a:tailEnd type="none" w="med" len="med"/>
                    </a:lnL>
                    <a:lnR w="6350" cap="flat" cmpd="sng" algn="ctr">
                      <a:solidFill>
                        <a:srgbClr val="3A4F73"/>
                      </a:solidFill>
                      <a:prstDash val="solid"/>
                      <a:round/>
                      <a:headEnd type="none" w="med" len="med"/>
                      <a:tailEnd type="none" w="med" len="med"/>
                    </a:lnR>
                    <a:lnT w="6350" cap="flat" cmpd="sng" algn="ctr">
                      <a:solidFill>
                        <a:srgbClr val="3A4F73"/>
                      </a:solidFill>
                      <a:prstDash val="solid"/>
                      <a:round/>
                      <a:headEnd type="none" w="med" len="med"/>
                      <a:tailEnd type="none" w="med" len="med"/>
                    </a:lnT>
                    <a:lnB w="6350" cap="flat" cmpd="sng" algn="ctr">
                      <a:solidFill>
                        <a:srgbClr val="3A4F73"/>
                      </a:solidFill>
                      <a:prstDash val="solid"/>
                      <a:round/>
                      <a:headEnd type="none" w="med" len="med"/>
                      <a:tailEnd type="none" w="med" len="med"/>
                    </a:lnB>
                    <a:solidFill>
                      <a:srgbClr val="16233F"/>
                    </a:solidFill>
                  </a:tcPr>
                </a:tc>
                <a:extLst>
                  <a:ext uri="{0D108BD9-81ED-4DB2-BD59-A6C34878D82A}">
                    <a16:rowId xmlns:a16="http://schemas.microsoft.com/office/drawing/2014/main" val="10002"/>
                  </a:ext>
                </a:extLst>
              </a:tr>
            </a:tbl>
          </a:graphicData>
        </a:graphic>
      </p:graphicFrame>
      <p:sp>
        <p:nvSpPr>
          <p:cNvPr id="10" name="Shape 7"/>
          <p:cNvSpPr/>
          <p:nvPr/>
        </p:nvSpPr>
        <p:spPr>
          <a:xfrm>
            <a:off x="6400800" y="1600200"/>
            <a:ext cx="1033272" cy="1188720"/>
          </a:xfrm>
          <a:prstGeom prst="roundRect">
            <a:avLst>
              <a:gd name="adj" fmla="val 7080"/>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11" name="Text 8"/>
          <p:cNvSpPr/>
          <p:nvPr/>
        </p:nvSpPr>
        <p:spPr>
          <a:xfrm>
            <a:off x="6355080" y="1691640"/>
            <a:ext cx="1124712" cy="594360"/>
          </a:xfrm>
          <a:prstGeom prst="rect">
            <a:avLst/>
          </a:prstGeom>
          <a:noFill/>
          <a:ln/>
        </p:spPr>
        <p:txBody>
          <a:bodyPr wrap="square" lIns="0" tIns="0" rIns="0" bIns="0" rtlCol="0" anchor="ctr"/>
          <a:lstStyle/>
          <a:p>
            <a:pPr marL="0" indent="0" algn="ctr">
              <a:buNone/>
            </a:pPr>
            <a:r>
              <a:rPr lang="en-US" sz="1900" b="1" dirty="0">
                <a:solidFill>
                  <a:srgbClr val="0E7C86"/>
                </a:solidFill>
                <a:latin typeface="Cambria" pitchFamily="34" charset="0"/>
                <a:ea typeface="Cambria" pitchFamily="34" charset="-122"/>
                <a:cs typeface="Cambria" pitchFamily="34" charset="-120"/>
              </a:rPr>
              <a:t>89%</a:t>
            </a:r>
            <a:endParaRPr lang="en-US" sz="1900" dirty="0"/>
          </a:p>
        </p:txBody>
      </p:sp>
      <p:sp>
        <p:nvSpPr>
          <p:cNvPr id="12" name="Text 9"/>
          <p:cNvSpPr/>
          <p:nvPr/>
        </p:nvSpPr>
        <p:spPr>
          <a:xfrm>
            <a:off x="6309360" y="2286000"/>
            <a:ext cx="1216152" cy="457200"/>
          </a:xfrm>
          <a:prstGeom prst="rect">
            <a:avLst/>
          </a:prstGeom>
          <a:noFill/>
          <a:ln/>
        </p:spPr>
        <p:txBody>
          <a:bodyPr wrap="square" lIns="0" tIns="0" rIns="0" bIns="0" rtlCol="0" anchor="ctr"/>
          <a:lstStyle/>
          <a:p>
            <a:pPr marL="0" indent="0" algn="ctr">
              <a:lnSpc>
                <a:spcPct val="110000"/>
              </a:lnSpc>
              <a:buNone/>
            </a:pPr>
            <a:r>
              <a:rPr lang="en-US" sz="850" dirty="0">
                <a:solidFill>
                  <a:srgbClr val="5B6B82"/>
                </a:solidFill>
                <a:latin typeface="Calibri" pitchFamily="34" charset="0"/>
                <a:ea typeface="Calibri" pitchFamily="34" charset="-122"/>
                <a:cs typeface="Calibri" pitchFamily="34" charset="-120"/>
              </a:rPr>
              <a:t>Test Accuracy</a:t>
            </a:r>
            <a:endParaRPr lang="en-US" sz="850" dirty="0"/>
          </a:p>
        </p:txBody>
      </p:sp>
      <p:sp>
        <p:nvSpPr>
          <p:cNvPr id="13" name="Shape 10"/>
          <p:cNvSpPr/>
          <p:nvPr/>
        </p:nvSpPr>
        <p:spPr>
          <a:xfrm>
            <a:off x="7488936" y="1600200"/>
            <a:ext cx="1033272" cy="1188720"/>
          </a:xfrm>
          <a:prstGeom prst="roundRect">
            <a:avLst>
              <a:gd name="adj" fmla="val 7080"/>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14" name="Text 11"/>
          <p:cNvSpPr/>
          <p:nvPr/>
        </p:nvSpPr>
        <p:spPr>
          <a:xfrm>
            <a:off x="7443216" y="1691640"/>
            <a:ext cx="1124712" cy="594360"/>
          </a:xfrm>
          <a:prstGeom prst="rect">
            <a:avLst/>
          </a:prstGeom>
          <a:noFill/>
          <a:ln/>
        </p:spPr>
        <p:txBody>
          <a:bodyPr wrap="square" lIns="0" tIns="0" rIns="0" bIns="0" rtlCol="0" anchor="ctr"/>
          <a:lstStyle/>
          <a:p>
            <a:pPr marL="0" indent="0" algn="ctr">
              <a:buNone/>
            </a:pPr>
            <a:r>
              <a:rPr lang="en-US" sz="1900" b="1" dirty="0">
                <a:solidFill>
                  <a:srgbClr val="0E7C86"/>
                </a:solidFill>
                <a:latin typeface="Cambria" pitchFamily="34" charset="0"/>
                <a:ea typeface="Cambria" pitchFamily="34" charset="-122"/>
                <a:cs typeface="Cambria" pitchFamily="34" charset="-120"/>
              </a:rPr>
              <a:t>0.77</a:t>
            </a:r>
            <a:endParaRPr lang="en-US" sz="1900" dirty="0"/>
          </a:p>
        </p:txBody>
      </p:sp>
      <p:sp>
        <p:nvSpPr>
          <p:cNvPr id="15" name="Text 12"/>
          <p:cNvSpPr/>
          <p:nvPr/>
        </p:nvSpPr>
        <p:spPr>
          <a:xfrm>
            <a:off x="7397496" y="2286000"/>
            <a:ext cx="1216152" cy="457200"/>
          </a:xfrm>
          <a:prstGeom prst="rect">
            <a:avLst/>
          </a:prstGeom>
          <a:noFill/>
          <a:ln/>
        </p:spPr>
        <p:txBody>
          <a:bodyPr wrap="square" lIns="0" tIns="0" rIns="0" bIns="0" rtlCol="0" anchor="ctr"/>
          <a:lstStyle/>
          <a:p>
            <a:pPr marL="0" indent="0" algn="ctr">
              <a:lnSpc>
                <a:spcPct val="110000"/>
              </a:lnSpc>
              <a:buNone/>
            </a:pPr>
            <a:r>
              <a:rPr lang="en-US" sz="850" dirty="0">
                <a:solidFill>
                  <a:srgbClr val="5B6B82"/>
                </a:solidFill>
                <a:latin typeface="Calibri" pitchFamily="34" charset="0"/>
                <a:ea typeface="Calibri" pitchFamily="34" charset="-122"/>
                <a:cs typeface="Calibri" pitchFamily="34" charset="-120"/>
              </a:rPr>
              <a:t>Precision</a:t>
            </a:r>
            <a:endParaRPr lang="en-US" sz="850" dirty="0"/>
          </a:p>
        </p:txBody>
      </p:sp>
      <p:sp>
        <p:nvSpPr>
          <p:cNvPr id="9" name="Shape 13"/>
          <p:cNvSpPr/>
          <p:nvPr/>
        </p:nvSpPr>
        <p:spPr>
          <a:xfrm>
            <a:off x="8577072" y="1600200"/>
            <a:ext cx="1033272" cy="1188720"/>
          </a:xfrm>
          <a:prstGeom prst="roundRect">
            <a:avLst>
              <a:gd name="adj" fmla="val 7080"/>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17" name="Text 14"/>
          <p:cNvSpPr/>
          <p:nvPr/>
        </p:nvSpPr>
        <p:spPr>
          <a:xfrm>
            <a:off x="8531352" y="1691640"/>
            <a:ext cx="1124712" cy="594360"/>
          </a:xfrm>
          <a:prstGeom prst="rect">
            <a:avLst/>
          </a:prstGeom>
          <a:noFill/>
          <a:ln/>
        </p:spPr>
        <p:txBody>
          <a:bodyPr wrap="square" lIns="0" tIns="0" rIns="0" bIns="0" rtlCol="0" anchor="ctr"/>
          <a:lstStyle/>
          <a:p>
            <a:pPr marL="0" indent="0" algn="ctr">
              <a:buNone/>
            </a:pPr>
            <a:r>
              <a:rPr lang="en-US" sz="1900" b="1" dirty="0">
                <a:solidFill>
                  <a:srgbClr val="0E7C86"/>
                </a:solidFill>
                <a:latin typeface="Cambria" pitchFamily="34" charset="0"/>
                <a:ea typeface="Cambria" pitchFamily="34" charset="-122"/>
                <a:cs typeface="Cambria" pitchFamily="34" charset="-120"/>
              </a:rPr>
              <a:t>0.42</a:t>
            </a:r>
            <a:endParaRPr lang="en-US" sz="1900" dirty="0"/>
          </a:p>
        </p:txBody>
      </p:sp>
      <p:sp>
        <p:nvSpPr>
          <p:cNvPr id="18" name="Text 15"/>
          <p:cNvSpPr/>
          <p:nvPr/>
        </p:nvSpPr>
        <p:spPr>
          <a:xfrm>
            <a:off x="8485632" y="2286000"/>
            <a:ext cx="1216152" cy="457200"/>
          </a:xfrm>
          <a:prstGeom prst="rect">
            <a:avLst/>
          </a:prstGeom>
          <a:noFill/>
          <a:ln/>
        </p:spPr>
        <p:txBody>
          <a:bodyPr wrap="square" lIns="0" tIns="0" rIns="0" bIns="0" rtlCol="0" anchor="ctr"/>
          <a:lstStyle/>
          <a:p>
            <a:pPr marL="0" indent="0" algn="ctr">
              <a:lnSpc>
                <a:spcPct val="110000"/>
              </a:lnSpc>
              <a:buNone/>
            </a:pPr>
            <a:r>
              <a:rPr lang="en-US" sz="850" dirty="0">
                <a:solidFill>
                  <a:srgbClr val="5B6B82"/>
                </a:solidFill>
                <a:latin typeface="Calibri" pitchFamily="34" charset="0"/>
                <a:ea typeface="Calibri" pitchFamily="34" charset="-122"/>
                <a:cs typeface="Calibri" pitchFamily="34" charset="-120"/>
              </a:rPr>
              <a:t>Recall</a:t>
            </a:r>
            <a:endParaRPr lang="en-US" sz="850" dirty="0"/>
          </a:p>
        </p:txBody>
      </p:sp>
      <p:sp>
        <p:nvSpPr>
          <p:cNvPr id="19" name="Shape 16"/>
          <p:cNvSpPr/>
          <p:nvPr/>
        </p:nvSpPr>
        <p:spPr>
          <a:xfrm>
            <a:off x="9665208" y="1600200"/>
            <a:ext cx="1033272" cy="1188720"/>
          </a:xfrm>
          <a:prstGeom prst="roundRect">
            <a:avLst>
              <a:gd name="adj" fmla="val 7080"/>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20" name="Text 17"/>
          <p:cNvSpPr/>
          <p:nvPr/>
        </p:nvSpPr>
        <p:spPr>
          <a:xfrm>
            <a:off x="9619488" y="1691640"/>
            <a:ext cx="1124712" cy="594360"/>
          </a:xfrm>
          <a:prstGeom prst="rect">
            <a:avLst/>
          </a:prstGeom>
          <a:noFill/>
          <a:ln/>
        </p:spPr>
        <p:txBody>
          <a:bodyPr wrap="square" lIns="0" tIns="0" rIns="0" bIns="0" rtlCol="0" anchor="ctr"/>
          <a:lstStyle/>
          <a:p>
            <a:pPr marL="0" indent="0" algn="ctr">
              <a:buNone/>
            </a:pPr>
            <a:r>
              <a:rPr lang="en-US" sz="1900" b="1" dirty="0">
                <a:solidFill>
                  <a:srgbClr val="0E7C86"/>
                </a:solidFill>
                <a:latin typeface="Cambria" pitchFamily="34" charset="0"/>
                <a:ea typeface="Cambria" pitchFamily="34" charset="-122"/>
                <a:cs typeface="Cambria" pitchFamily="34" charset="-120"/>
              </a:rPr>
              <a:t>0.54</a:t>
            </a:r>
            <a:endParaRPr lang="en-US" sz="1900" dirty="0"/>
          </a:p>
        </p:txBody>
      </p:sp>
      <p:sp>
        <p:nvSpPr>
          <p:cNvPr id="21" name="Text 18"/>
          <p:cNvSpPr/>
          <p:nvPr/>
        </p:nvSpPr>
        <p:spPr>
          <a:xfrm>
            <a:off x="9573768" y="2286000"/>
            <a:ext cx="1216152" cy="457200"/>
          </a:xfrm>
          <a:prstGeom prst="rect">
            <a:avLst/>
          </a:prstGeom>
          <a:noFill/>
          <a:ln/>
        </p:spPr>
        <p:txBody>
          <a:bodyPr wrap="square" lIns="0" tIns="0" rIns="0" bIns="0" rtlCol="0" anchor="ctr"/>
          <a:lstStyle/>
          <a:p>
            <a:pPr marL="0" indent="0" algn="ctr">
              <a:lnSpc>
                <a:spcPct val="110000"/>
              </a:lnSpc>
              <a:buNone/>
            </a:pPr>
            <a:r>
              <a:rPr lang="en-US" sz="850" dirty="0">
                <a:solidFill>
                  <a:srgbClr val="5B6B82"/>
                </a:solidFill>
                <a:latin typeface="Calibri" pitchFamily="34" charset="0"/>
                <a:ea typeface="Calibri" pitchFamily="34" charset="-122"/>
                <a:cs typeface="Calibri" pitchFamily="34" charset="-120"/>
              </a:rPr>
              <a:t>F1-Score</a:t>
            </a:r>
            <a:endParaRPr lang="en-US" sz="850" dirty="0"/>
          </a:p>
        </p:txBody>
      </p:sp>
      <p:sp>
        <p:nvSpPr>
          <p:cNvPr id="22" name="Shape 19"/>
          <p:cNvSpPr/>
          <p:nvPr/>
        </p:nvSpPr>
        <p:spPr>
          <a:xfrm>
            <a:off x="10753344" y="1600200"/>
            <a:ext cx="1033272" cy="1188720"/>
          </a:xfrm>
          <a:prstGeom prst="roundRect">
            <a:avLst>
              <a:gd name="adj" fmla="val 7080"/>
            </a:avLst>
          </a:prstGeom>
          <a:solidFill>
            <a:srgbClr val="F5F8FB"/>
          </a:solidFill>
          <a:ln/>
          <a:effectLst>
            <a:outerShdw blurRad="63500" dist="25400" dir="5400000" algn="bl" rotWithShape="0">
              <a:srgbClr val="000000">
                <a:alpha val="6000"/>
              </a:srgbClr>
            </a:outerShdw>
          </a:effectLst>
        </p:spPr>
        <p:txBody>
          <a:bodyPr/>
          <a:lstStyle/>
          <a:p>
            <a:endParaRPr lang="en-IN" dirty="0"/>
          </a:p>
        </p:txBody>
      </p:sp>
      <p:sp>
        <p:nvSpPr>
          <p:cNvPr id="23" name="Text 20"/>
          <p:cNvSpPr/>
          <p:nvPr/>
        </p:nvSpPr>
        <p:spPr>
          <a:xfrm>
            <a:off x="10707624" y="1691640"/>
            <a:ext cx="1124712" cy="594360"/>
          </a:xfrm>
          <a:prstGeom prst="rect">
            <a:avLst/>
          </a:prstGeom>
          <a:noFill/>
          <a:ln/>
        </p:spPr>
        <p:txBody>
          <a:bodyPr wrap="square" lIns="0" tIns="0" rIns="0" bIns="0" rtlCol="0" anchor="ctr"/>
          <a:lstStyle/>
          <a:p>
            <a:pPr marL="0" indent="0" algn="ctr">
              <a:buNone/>
            </a:pPr>
            <a:r>
              <a:rPr lang="en-US" sz="1900" b="1" dirty="0">
                <a:solidFill>
                  <a:srgbClr val="0E7C86"/>
                </a:solidFill>
                <a:latin typeface="Cambria" pitchFamily="34" charset="0"/>
                <a:ea typeface="Cambria" pitchFamily="34" charset="-122"/>
                <a:cs typeface="Cambria" pitchFamily="34" charset="-120"/>
              </a:rPr>
              <a:t>0.902</a:t>
            </a:r>
            <a:endParaRPr lang="en-US" sz="1900" dirty="0"/>
          </a:p>
        </p:txBody>
      </p:sp>
      <p:sp>
        <p:nvSpPr>
          <p:cNvPr id="24" name="Text 21"/>
          <p:cNvSpPr/>
          <p:nvPr/>
        </p:nvSpPr>
        <p:spPr>
          <a:xfrm>
            <a:off x="10661904" y="2286000"/>
            <a:ext cx="1216152" cy="457200"/>
          </a:xfrm>
          <a:prstGeom prst="rect">
            <a:avLst/>
          </a:prstGeom>
          <a:noFill/>
          <a:ln/>
        </p:spPr>
        <p:txBody>
          <a:bodyPr wrap="square" lIns="0" tIns="0" rIns="0" bIns="0" rtlCol="0" anchor="ctr"/>
          <a:lstStyle/>
          <a:p>
            <a:pPr marL="0" indent="0" algn="ctr">
              <a:lnSpc>
                <a:spcPct val="110000"/>
              </a:lnSpc>
              <a:buNone/>
            </a:pPr>
            <a:r>
              <a:rPr lang="en-US" sz="850" dirty="0">
                <a:solidFill>
                  <a:srgbClr val="5B6B82"/>
                </a:solidFill>
                <a:latin typeface="Calibri" pitchFamily="34" charset="0"/>
                <a:ea typeface="Calibri" pitchFamily="34" charset="-122"/>
                <a:cs typeface="Calibri" pitchFamily="34" charset="-120"/>
              </a:rPr>
              <a:t>ROC-AUC</a:t>
            </a:r>
            <a:endParaRPr lang="en-US" sz="850" dirty="0"/>
          </a:p>
        </p:txBody>
      </p:sp>
      <p:sp>
        <p:nvSpPr>
          <p:cNvPr id="25" name="Text 22"/>
          <p:cNvSpPr/>
          <p:nvPr/>
        </p:nvSpPr>
        <p:spPr>
          <a:xfrm>
            <a:off x="6457950" y="2914650"/>
            <a:ext cx="939546" cy="320040"/>
          </a:xfrm>
          <a:prstGeom prst="rect">
            <a:avLst/>
          </a:prstGeom>
          <a:noFill/>
          <a:ln/>
        </p:spPr>
        <p:txBody>
          <a:bodyPr wrap="square" lIns="0" tIns="0" rIns="0" bIns="0" rtlCol="0" anchor="ctr"/>
          <a:lstStyle/>
          <a:p>
            <a:pPr marL="0" indent="0">
              <a:buNone/>
            </a:pPr>
            <a:r>
              <a:rPr lang="en-US" sz="1300" b="1" dirty="0">
                <a:solidFill>
                  <a:srgbClr val="16233F"/>
                </a:solidFill>
                <a:latin typeface="Cambria" pitchFamily="34" charset="0"/>
                <a:ea typeface="Cambria" pitchFamily="34" charset="-122"/>
                <a:cs typeface="Cambria" pitchFamily="34" charset="-120"/>
              </a:rPr>
              <a:t>Takeaway</a:t>
            </a:r>
            <a:endParaRPr lang="en-US" sz="1300" dirty="0"/>
          </a:p>
        </p:txBody>
      </p:sp>
      <p:sp>
        <p:nvSpPr>
          <p:cNvPr id="27" name="Shape 24"/>
          <p:cNvSpPr/>
          <p:nvPr/>
        </p:nvSpPr>
        <p:spPr>
          <a:xfrm>
            <a:off x="6400800" y="4892040"/>
            <a:ext cx="5212080" cy="1188720"/>
          </a:xfrm>
          <a:prstGeom prst="roundRect">
            <a:avLst>
              <a:gd name="adj" fmla="val 6154"/>
            </a:avLst>
          </a:prstGeom>
          <a:solidFill>
            <a:srgbClr val="E4F3F3"/>
          </a:solidFill>
          <a:ln/>
        </p:spPr>
        <p:txBody>
          <a:bodyPr/>
          <a:lstStyle/>
          <a:p>
            <a:endParaRPr lang="en-IN" dirty="0"/>
          </a:p>
        </p:txBody>
      </p:sp>
      <p:sp>
        <p:nvSpPr>
          <p:cNvPr id="28" name="Text 25"/>
          <p:cNvSpPr/>
          <p:nvPr/>
        </p:nvSpPr>
        <p:spPr>
          <a:xfrm>
            <a:off x="6629400" y="5029200"/>
            <a:ext cx="475488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Why it under-detects buyers</a:t>
            </a:r>
            <a:endParaRPr lang="en-US" sz="1100" dirty="0"/>
          </a:p>
        </p:txBody>
      </p:sp>
      <p:sp>
        <p:nvSpPr>
          <p:cNvPr id="29" name="Text 26"/>
          <p:cNvSpPr/>
          <p:nvPr/>
        </p:nvSpPr>
        <p:spPr>
          <a:xfrm>
            <a:off x="6629400" y="5321808"/>
            <a:ext cx="4754880" cy="685800"/>
          </a:xfrm>
          <a:prstGeom prst="rect">
            <a:avLst/>
          </a:prstGeom>
          <a:noFill/>
          <a:ln/>
        </p:spPr>
        <p:txBody>
          <a:bodyPr wrap="square" lIns="0" tIns="0" rIns="0" bIns="0" rtlCol="0" anchor="ctr"/>
          <a:lstStyle/>
          <a:p>
            <a:pPr marL="0" indent="0">
              <a:lnSpc>
                <a:spcPct val="120000"/>
              </a:lnSpc>
              <a:buNone/>
            </a:pPr>
            <a:r>
              <a:rPr lang="en-US" sz="1000" dirty="0">
                <a:solidFill>
                  <a:srgbClr val="1B2333"/>
                </a:solidFill>
                <a:latin typeface="Calibri" pitchFamily="34" charset="0"/>
                <a:ea typeface="Calibri" pitchFamily="34" charset="-122"/>
                <a:cs typeface="Calibri" pitchFamily="34" charset="-120"/>
              </a:rPr>
              <a:t>With only 15.6% of sessions converting, a plain Logistic Regression naturally leans toward predicting the majority class (“no purchase”) — which is exactly the imbalance problem Experiments 2–4 address.</a:t>
            </a:r>
            <a:endParaRPr lang="en-US" sz="1000" dirty="0"/>
          </a:p>
        </p:txBody>
      </p:sp>
      <p:sp>
        <p:nvSpPr>
          <p:cNvPr id="30" name="Text 27"/>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15 / 20</a:t>
            </a:r>
            <a:endParaRPr lang="en-US" sz="900" dirty="0"/>
          </a:p>
        </p:txBody>
      </p:sp>
      <p:sp>
        <p:nvSpPr>
          <p:cNvPr id="31" name="Text 28"/>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pic>
        <p:nvPicPr>
          <p:cNvPr id="33" name="Image 0" descr="/home/claude/imgs/roc_test_exp1_1.png">
            <a:extLst>
              <a:ext uri="{FF2B5EF4-FFF2-40B4-BE49-F238E27FC236}">
                <a16:creationId xmlns:a16="http://schemas.microsoft.com/office/drawing/2014/main" id="{CEB75828-14D2-9360-D7C8-34E584B263F6}"/>
              </a:ext>
            </a:extLst>
          </p:cNvPr>
          <p:cNvPicPr>
            <a:picLocks noChangeAspect="1"/>
          </p:cNvPicPr>
          <p:nvPr/>
        </p:nvPicPr>
        <p:blipFill>
          <a:blip r:embed="rId3"/>
          <a:stretch>
            <a:fillRect/>
          </a:stretch>
        </p:blipFill>
        <p:spPr>
          <a:xfrm>
            <a:off x="3657600" y="1791083"/>
            <a:ext cx="2263140" cy="1957958"/>
          </a:xfrm>
          <a:prstGeom prst="rect">
            <a:avLst/>
          </a:prstGeom>
        </p:spPr>
      </p:pic>
      <p:sp>
        <p:nvSpPr>
          <p:cNvPr id="39" name="Shape 9">
            <a:extLst>
              <a:ext uri="{FF2B5EF4-FFF2-40B4-BE49-F238E27FC236}">
                <a16:creationId xmlns:a16="http://schemas.microsoft.com/office/drawing/2014/main" id="{0454AF1F-2DBC-AFF8-2EB6-D7321765F30D}"/>
              </a:ext>
            </a:extLst>
          </p:cNvPr>
          <p:cNvSpPr/>
          <p:nvPr/>
        </p:nvSpPr>
        <p:spPr>
          <a:xfrm>
            <a:off x="6457950" y="3257550"/>
            <a:ext cx="5154930" cy="1383030"/>
          </a:xfrm>
          <a:prstGeom prst="roundRect">
            <a:avLst>
              <a:gd name="adj" fmla="val 6400"/>
            </a:avLst>
          </a:prstGeom>
          <a:solidFill>
            <a:srgbClr val="F5F7FC"/>
          </a:solidFill>
          <a:ln/>
          <a:effectLst>
            <a:outerShdw blurRad="101600" dist="38100" dir="2700000" algn="bl" rotWithShape="0">
              <a:srgbClr val="1E2761">
                <a:alpha val="15000"/>
              </a:srgbClr>
            </a:outerShdw>
          </a:effectLst>
        </p:spPr>
        <p:txBody>
          <a:bodyPr/>
          <a:lstStyle/>
          <a:p>
            <a:endParaRPr lang="en-IN" dirty="0"/>
          </a:p>
        </p:txBody>
      </p:sp>
      <p:sp>
        <p:nvSpPr>
          <p:cNvPr id="41" name="Text 14">
            <a:extLst>
              <a:ext uri="{FF2B5EF4-FFF2-40B4-BE49-F238E27FC236}">
                <a16:creationId xmlns:a16="http://schemas.microsoft.com/office/drawing/2014/main" id="{BD25509A-4BA3-8A20-A3E7-C98079718B3A}"/>
              </a:ext>
            </a:extLst>
          </p:cNvPr>
          <p:cNvSpPr/>
          <p:nvPr/>
        </p:nvSpPr>
        <p:spPr>
          <a:xfrm>
            <a:off x="6629400" y="3394710"/>
            <a:ext cx="4754880" cy="1085850"/>
          </a:xfrm>
          <a:prstGeom prst="rect">
            <a:avLst/>
          </a:prstGeom>
          <a:noFill/>
          <a:ln/>
        </p:spPr>
        <p:txBody>
          <a:bodyPr wrap="square" rtlCol="0" anchor="t"/>
          <a:lstStyle/>
          <a:p>
            <a:r>
              <a:rPr lang="en-US" sz="1300" dirty="0">
                <a:solidFill>
                  <a:srgbClr val="1B2333"/>
                </a:solidFill>
                <a:latin typeface="Calibri" pitchFamily="34" charset="0"/>
                <a:ea typeface="Calibri" pitchFamily="34" charset="-122"/>
                <a:cs typeface="Calibri" pitchFamily="34" charset="-120"/>
              </a:rPr>
              <a:t>The baseline model serves as the benchmark. It achieved the highest Precision of the five experiments (0.77) but a very low Recall (0.42) — meaning it missed a large share of actual buyers. This motivated exploring feature transformations and class weighting in later experiments.</a:t>
            </a:r>
            <a:endParaRPr lang="en-US" sz="1300" dirty="0"/>
          </a:p>
          <a:p>
            <a:pPr marL="0" indent="0">
              <a:buNone/>
            </a:pPr>
            <a:endParaRPr lang="en-US" sz="1300" dirty="0"/>
          </a:p>
        </p:txBody>
      </p:sp>
      <p:sp>
        <p:nvSpPr>
          <p:cNvPr id="35" name="Text 15">
            <a:extLst>
              <a:ext uri="{FF2B5EF4-FFF2-40B4-BE49-F238E27FC236}">
                <a16:creationId xmlns:a16="http://schemas.microsoft.com/office/drawing/2014/main" id="{C4A2EC38-7E59-026F-474B-736B769A5FC8}"/>
              </a:ext>
            </a:extLst>
          </p:cNvPr>
          <p:cNvSpPr/>
          <p:nvPr/>
        </p:nvSpPr>
        <p:spPr>
          <a:xfrm>
            <a:off x="3451860" y="3771900"/>
            <a:ext cx="2743200" cy="274320"/>
          </a:xfrm>
          <a:prstGeom prst="rect">
            <a:avLst/>
          </a:prstGeom>
          <a:noFill/>
          <a:ln/>
        </p:spPr>
        <p:txBody>
          <a:bodyPr wrap="square" rtlCol="0" anchor="ctr"/>
          <a:lstStyle/>
          <a:p>
            <a:pPr marL="0" indent="0" algn="ctr">
              <a:buNone/>
            </a:pPr>
            <a:r>
              <a:rPr lang="en-US" sz="1150" b="1" dirty="0">
                <a:solidFill>
                  <a:schemeClr val="bg1">
                    <a:lumMod val="95000"/>
                  </a:schemeClr>
                </a:solidFill>
                <a:latin typeface="Calibri" pitchFamily="34" charset="0"/>
                <a:ea typeface="Calibri" pitchFamily="34" charset="-122"/>
                <a:cs typeface="Calibri" pitchFamily="34" charset="-120"/>
              </a:rPr>
              <a:t>Test ROC-AUC = 0.902</a:t>
            </a:r>
            <a:endParaRPr lang="en-US" sz="1150" dirty="0">
              <a:solidFill>
                <a:schemeClr val="bg1">
                  <a:lumMod val="9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EXPERIMENT 2</a:t>
            </a:r>
            <a:endParaRPr lang="en-US" sz="12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Fixing Skewness — Log1p vs Yeo-Johnson</a:t>
            </a:r>
            <a:endParaRPr lang="en-US" sz="2700" dirty="0"/>
          </a:p>
        </p:txBody>
      </p:sp>
      <p:sp>
        <p:nvSpPr>
          <p:cNvPr id="4" name="Shape 2"/>
          <p:cNvSpPr/>
          <p:nvPr/>
        </p:nvSpPr>
        <p:spPr>
          <a:xfrm>
            <a:off x="11750040" y="-320040"/>
            <a:ext cx="1005840" cy="1005840"/>
          </a:xfrm>
          <a:prstGeom prst="ellipse">
            <a:avLst/>
          </a:prstGeom>
          <a:solidFill>
            <a:srgbClr val="CADCFC"/>
          </a:solidFill>
          <a:ln/>
        </p:spPr>
        <p:txBody>
          <a:bodyPr/>
          <a:lstStyle/>
          <a:p>
            <a:endParaRPr lang="en-IN" dirty="0"/>
          </a:p>
        </p:txBody>
      </p:sp>
      <p:sp>
        <p:nvSpPr>
          <p:cNvPr id="5" name="Text 3"/>
          <p:cNvSpPr/>
          <p:nvPr/>
        </p:nvSpPr>
        <p:spPr>
          <a:xfrm>
            <a:off x="548640" y="1417320"/>
            <a:ext cx="10972800" cy="457200"/>
          </a:xfrm>
          <a:prstGeom prst="rect">
            <a:avLst/>
          </a:prstGeom>
          <a:noFill/>
          <a:ln/>
        </p:spPr>
        <p:txBody>
          <a:bodyPr wrap="square" rtlCol="0" anchor="ctr"/>
          <a:lstStyle/>
          <a:p>
            <a:pPr marL="0" indent="0">
              <a:buNone/>
            </a:pPr>
            <a:r>
              <a:rPr lang="en-US" sz="1300" dirty="0">
                <a:solidFill>
                  <a:srgbClr val="4A5578"/>
                </a:solidFill>
                <a:latin typeface="Calibri" pitchFamily="34" charset="0"/>
                <a:ea typeface="Calibri" pitchFamily="34" charset="-122"/>
                <a:cs typeface="Calibri" pitchFamily="34" charset="-120"/>
              </a:rPr>
              <a:t>Numeric features (durations, PageValues) were heavily right-skewed. Two transformations were tested to normalise them before feeding into Logistic Regression.</a:t>
            </a:r>
            <a:endParaRPr lang="en-US" sz="1300" dirty="0"/>
          </a:p>
        </p:txBody>
      </p:sp>
      <p:sp>
        <p:nvSpPr>
          <p:cNvPr id="16" name="Text 14"/>
          <p:cNvSpPr/>
          <p:nvPr/>
        </p:nvSpPr>
        <p:spPr>
          <a:xfrm>
            <a:off x="11658600" y="6492240"/>
            <a:ext cx="457200" cy="274320"/>
          </a:xfrm>
          <a:prstGeom prst="rect">
            <a:avLst/>
          </a:prstGeom>
          <a:noFill/>
          <a:ln/>
        </p:spPr>
        <p:txBody>
          <a:bodyPr wrap="square" rtlCol="0" anchor="ctr"/>
          <a:lstStyle/>
          <a:p>
            <a:pPr marL="0" indent="0" algn="r">
              <a:buNone/>
            </a:pPr>
            <a:r>
              <a:rPr lang="en-US" sz="1000" dirty="0">
                <a:solidFill>
                  <a:srgbClr val="6B7391"/>
                </a:solidFill>
                <a:latin typeface="Calibri" pitchFamily="34" charset="0"/>
                <a:ea typeface="Calibri" pitchFamily="34" charset="-122"/>
                <a:cs typeface="Calibri" pitchFamily="34" charset="-120"/>
              </a:rPr>
              <a:t>13</a:t>
            </a:r>
            <a:endParaRPr lang="en-US" sz="1000" dirty="0"/>
          </a:p>
        </p:txBody>
      </p:sp>
      <p:graphicFrame>
        <p:nvGraphicFramePr>
          <p:cNvPr id="18" name="Table 0">
            <a:extLst>
              <a:ext uri="{FF2B5EF4-FFF2-40B4-BE49-F238E27FC236}">
                <a16:creationId xmlns:a16="http://schemas.microsoft.com/office/drawing/2014/main" id="{9018351D-EFEC-119C-176D-BD6B73DB8BDB}"/>
              </a:ext>
            </a:extLst>
          </p:cNvPr>
          <p:cNvGraphicFramePr>
            <a:graphicFrameLocks noGrp="1"/>
          </p:cNvGraphicFramePr>
          <p:nvPr>
            <p:extLst>
              <p:ext uri="{D42A27DB-BD31-4B8C-83A1-F6EECF244321}">
                <p14:modId xmlns:p14="http://schemas.microsoft.com/office/powerpoint/2010/main" val="2192087994"/>
              </p:ext>
            </p:extLst>
          </p:nvPr>
        </p:nvGraphicFramePr>
        <p:xfrm>
          <a:off x="548640" y="2000250"/>
          <a:ext cx="5486400" cy="2446020"/>
        </p:xfrm>
        <a:graphic>
          <a:graphicData uri="http://schemas.openxmlformats.org/drawingml/2006/table">
            <a:tbl>
              <a:tblPr/>
              <a:tblGrid>
                <a:gridCol w="21031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40767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Log1p + LR</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Yeo-Johnson + LR</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767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Test Accuracy</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b="1" dirty="0">
                          <a:solidFill>
                            <a:srgbClr val="00B050"/>
                          </a:solidFill>
                          <a:latin typeface="Calibri" pitchFamily="34" charset="0"/>
                          <a:ea typeface="Calibri" pitchFamily="34" charset="-122"/>
                          <a:cs typeface="Calibri" pitchFamily="34" charset="-120"/>
                        </a:rPr>
                        <a:t>90.29%</a:t>
                      </a:r>
                      <a:endParaRPr lang="en-US" sz="1300" dirty="0">
                        <a:solidFill>
                          <a:srgbClr val="00B050"/>
                        </a:solidFill>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89.79%</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1"/>
                  </a:ext>
                </a:extLst>
              </a:tr>
              <a:tr h="40767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b="1" dirty="0">
                          <a:solidFill>
                            <a:srgbClr val="00B050"/>
                          </a:solidFill>
                          <a:latin typeface="Calibri" pitchFamily="34" charset="0"/>
                          <a:ea typeface="Calibri" pitchFamily="34" charset="-122"/>
                          <a:cs typeface="Calibri" pitchFamily="34" charset="-120"/>
                        </a:rPr>
                        <a:t>0.72</a:t>
                      </a:r>
                      <a:endParaRPr lang="en-US" sz="1300" dirty="0">
                        <a:solidFill>
                          <a:srgbClr val="00B050"/>
                        </a:solidFill>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2"/>
                  </a:ext>
                </a:extLst>
              </a:tr>
              <a:tr h="40767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b="1" dirty="0">
                          <a:solidFill>
                            <a:srgbClr val="00B050"/>
                          </a:solidFill>
                          <a:latin typeface="Calibri" pitchFamily="34" charset="0"/>
                          <a:ea typeface="Calibri" pitchFamily="34" charset="-122"/>
                          <a:cs typeface="Calibri" pitchFamily="34" charset="-120"/>
                        </a:rPr>
                        <a:t>0.61</a:t>
                      </a:r>
                      <a:endParaRPr lang="en-US" sz="1300" dirty="0">
                        <a:solidFill>
                          <a:srgbClr val="00B050"/>
                        </a:solidFill>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b="0" dirty="0">
                          <a:solidFill>
                            <a:srgbClr val="000000"/>
                          </a:solidFill>
                          <a:latin typeface="Calibri" pitchFamily="34" charset="0"/>
                          <a:ea typeface="Calibri" pitchFamily="34" charset="-122"/>
                          <a:cs typeface="Calibri" pitchFamily="34" charset="-120"/>
                        </a:rPr>
                        <a:t>0.60</a:t>
                      </a:r>
                      <a:endParaRPr lang="en-US" sz="1300" b="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3"/>
                  </a:ext>
                </a:extLst>
              </a:tr>
              <a:tr h="40767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F1-Score</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b="1" dirty="0">
                          <a:solidFill>
                            <a:srgbClr val="00B050"/>
                          </a:solidFill>
                          <a:latin typeface="Calibri" pitchFamily="34" charset="0"/>
                          <a:ea typeface="Calibri" pitchFamily="34" charset="-122"/>
                          <a:cs typeface="Calibri" pitchFamily="34" charset="-120"/>
                        </a:rPr>
                        <a:t>0.66</a:t>
                      </a:r>
                      <a:endParaRPr lang="en-US" sz="1300" dirty="0">
                        <a:solidFill>
                          <a:srgbClr val="00B050"/>
                        </a:solidFill>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4"/>
                  </a:ext>
                </a:extLst>
              </a:tr>
              <a:tr h="40767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Test ROC-AUC</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b="1" dirty="0">
                          <a:solidFill>
                            <a:srgbClr val="00B050"/>
                          </a:solidFill>
                          <a:latin typeface="Calibri" pitchFamily="34" charset="0"/>
                          <a:ea typeface="Calibri" pitchFamily="34" charset="-122"/>
                          <a:cs typeface="Calibri" pitchFamily="34" charset="-120"/>
                        </a:rPr>
                        <a:t>0.927</a:t>
                      </a:r>
                      <a:endParaRPr lang="en-US" sz="1300" dirty="0">
                        <a:solidFill>
                          <a:srgbClr val="00B050"/>
                        </a:solidFill>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0.920</a:t>
                      </a:r>
                      <a:endParaRPr lang="en-US" sz="13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2" name="Shape 8">
            <a:extLst>
              <a:ext uri="{FF2B5EF4-FFF2-40B4-BE49-F238E27FC236}">
                <a16:creationId xmlns:a16="http://schemas.microsoft.com/office/drawing/2014/main" id="{75E057DE-7477-E38D-E621-2A8FBD5E0A61}"/>
              </a:ext>
            </a:extLst>
          </p:cNvPr>
          <p:cNvSpPr/>
          <p:nvPr/>
        </p:nvSpPr>
        <p:spPr>
          <a:xfrm>
            <a:off x="548640" y="4800600"/>
            <a:ext cx="11109960" cy="1463040"/>
          </a:xfrm>
          <a:prstGeom prst="roundRect">
            <a:avLst>
              <a:gd name="adj" fmla="val 4375"/>
            </a:avLst>
          </a:prstGeom>
          <a:solidFill>
            <a:srgbClr val="F5F7FC"/>
          </a:solidFill>
          <a:ln/>
        </p:spPr>
        <p:txBody>
          <a:bodyPr/>
          <a:lstStyle/>
          <a:p>
            <a:endParaRPr lang="en-IN" dirty="0"/>
          </a:p>
        </p:txBody>
      </p:sp>
      <p:sp>
        <p:nvSpPr>
          <p:cNvPr id="24" name="Text 9">
            <a:extLst>
              <a:ext uri="{FF2B5EF4-FFF2-40B4-BE49-F238E27FC236}">
                <a16:creationId xmlns:a16="http://schemas.microsoft.com/office/drawing/2014/main" id="{D83318BF-C0AD-A61C-10A7-E55CA3A39EEF}"/>
              </a:ext>
            </a:extLst>
          </p:cNvPr>
          <p:cNvSpPr/>
          <p:nvPr/>
        </p:nvSpPr>
        <p:spPr>
          <a:xfrm>
            <a:off x="822960" y="4983480"/>
            <a:ext cx="10515600" cy="109728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Conclusion: </a:t>
            </a:r>
            <a:r>
              <a:rPr lang="en-US" sz="1350" dirty="0">
                <a:solidFill>
                  <a:srgbClr val="4A5578"/>
                </a:solidFill>
                <a:latin typeface="Calibri" pitchFamily="34" charset="0"/>
                <a:ea typeface="Calibri" pitchFamily="34" charset="-122"/>
                <a:cs typeface="Calibri" pitchFamily="34" charset="-120"/>
              </a:rPr>
              <a:t>Although Yeo-Johnson reduced skewness more, Log1p gave better predictive performance on every metric. Log1p was carried forward into Experiment 3.</a:t>
            </a:r>
            <a:endParaRPr lang="en-US" sz="1350" dirty="0"/>
          </a:p>
        </p:txBody>
      </p:sp>
      <p:sp>
        <p:nvSpPr>
          <p:cNvPr id="26" name="Shape 4">
            <a:extLst>
              <a:ext uri="{FF2B5EF4-FFF2-40B4-BE49-F238E27FC236}">
                <a16:creationId xmlns:a16="http://schemas.microsoft.com/office/drawing/2014/main" id="{2DEFFB35-1846-53CB-5542-B94249AD8564}"/>
              </a:ext>
            </a:extLst>
          </p:cNvPr>
          <p:cNvSpPr/>
          <p:nvPr/>
        </p:nvSpPr>
        <p:spPr>
          <a:xfrm>
            <a:off x="9098280" y="2000250"/>
            <a:ext cx="2560320" cy="2446020"/>
          </a:xfrm>
          <a:prstGeom prst="roundRect">
            <a:avLst>
              <a:gd name="adj" fmla="val 2857"/>
            </a:avLst>
          </a:prstGeom>
          <a:solidFill>
            <a:srgbClr val="02C39A"/>
          </a:solidFill>
          <a:ln/>
        </p:spPr>
        <p:txBody>
          <a:bodyPr/>
          <a:lstStyle/>
          <a:p>
            <a:endParaRPr lang="en-IN" dirty="0"/>
          </a:p>
        </p:txBody>
      </p:sp>
      <p:sp>
        <p:nvSpPr>
          <p:cNvPr id="30" name="Text 7">
            <a:extLst>
              <a:ext uri="{FF2B5EF4-FFF2-40B4-BE49-F238E27FC236}">
                <a16:creationId xmlns:a16="http://schemas.microsoft.com/office/drawing/2014/main" id="{80B076D6-E31C-3CBD-7319-486534379A76}"/>
              </a:ext>
            </a:extLst>
          </p:cNvPr>
          <p:cNvSpPr/>
          <p:nvPr/>
        </p:nvSpPr>
        <p:spPr>
          <a:xfrm>
            <a:off x="9326880" y="3206115"/>
            <a:ext cx="2194560" cy="1177290"/>
          </a:xfrm>
          <a:prstGeom prst="rect">
            <a:avLst/>
          </a:prstGeom>
          <a:noFill/>
          <a:ln/>
        </p:spPr>
        <p:txBody>
          <a:bodyPr wrap="square" rtlCol="0" anchor="t"/>
          <a:lstStyle/>
          <a:p>
            <a:r>
              <a:rPr lang="en-US" sz="1250" dirty="0">
                <a:solidFill>
                  <a:srgbClr val="141B45"/>
                </a:solidFill>
                <a:latin typeface="Calibri" pitchFamily="34" charset="0"/>
                <a:ea typeface="Calibri" pitchFamily="34" charset="-122"/>
                <a:cs typeface="Calibri" pitchFamily="34" charset="-120"/>
              </a:rPr>
              <a:t>Wins on Accuracy, Precision, Recall, F1 and ROC-AUC — simpler transform, better outcome.</a:t>
            </a:r>
            <a:endParaRPr lang="en-US" sz="1250" dirty="0"/>
          </a:p>
        </p:txBody>
      </p:sp>
      <p:sp>
        <p:nvSpPr>
          <p:cNvPr id="32" name="Text 5">
            <a:extLst>
              <a:ext uri="{FF2B5EF4-FFF2-40B4-BE49-F238E27FC236}">
                <a16:creationId xmlns:a16="http://schemas.microsoft.com/office/drawing/2014/main" id="{6FF7DA7F-64BF-417D-B843-B17EF8B907BD}"/>
              </a:ext>
            </a:extLst>
          </p:cNvPr>
          <p:cNvSpPr/>
          <p:nvPr/>
        </p:nvSpPr>
        <p:spPr>
          <a:xfrm>
            <a:off x="9349740" y="2348865"/>
            <a:ext cx="2194560" cy="274320"/>
          </a:xfrm>
          <a:prstGeom prst="rect">
            <a:avLst/>
          </a:prstGeom>
          <a:noFill/>
          <a:ln/>
        </p:spPr>
        <p:txBody>
          <a:bodyPr wrap="square" rtlCol="0" anchor="ctr"/>
          <a:lstStyle/>
          <a:p>
            <a:pPr marL="0" indent="0">
              <a:buNone/>
            </a:pPr>
            <a:r>
              <a:rPr lang="en-US" sz="1100" b="1" kern="0" spc="200" dirty="0">
                <a:solidFill>
                  <a:srgbClr val="141B45"/>
                </a:solidFill>
                <a:latin typeface="Calibri" pitchFamily="34" charset="0"/>
                <a:ea typeface="Calibri" pitchFamily="34" charset="-122"/>
                <a:cs typeface="Calibri" pitchFamily="34" charset="-120"/>
              </a:rPr>
              <a:t>WINNER</a:t>
            </a:r>
            <a:endParaRPr lang="en-US" sz="1100" dirty="0"/>
          </a:p>
        </p:txBody>
      </p:sp>
      <p:sp>
        <p:nvSpPr>
          <p:cNvPr id="34" name="Text 6">
            <a:extLst>
              <a:ext uri="{FF2B5EF4-FFF2-40B4-BE49-F238E27FC236}">
                <a16:creationId xmlns:a16="http://schemas.microsoft.com/office/drawing/2014/main" id="{2150E408-B9FE-9137-9B1C-4486C185222C}"/>
              </a:ext>
            </a:extLst>
          </p:cNvPr>
          <p:cNvSpPr/>
          <p:nvPr/>
        </p:nvSpPr>
        <p:spPr>
          <a:xfrm>
            <a:off x="9326880" y="2531745"/>
            <a:ext cx="219456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Log1p</a:t>
            </a:r>
            <a:endParaRPr lang="en-US" sz="2600" dirty="0"/>
          </a:p>
        </p:txBody>
      </p:sp>
      <p:sp>
        <p:nvSpPr>
          <p:cNvPr id="36" name="Text 3">
            <a:extLst>
              <a:ext uri="{FF2B5EF4-FFF2-40B4-BE49-F238E27FC236}">
                <a16:creationId xmlns:a16="http://schemas.microsoft.com/office/drawing/2014/main" id="{CDD1D546-7662-FD58-599B-631A56DC48A7}"/>
              </a:ext>
            </a:extLst>
          </p:cNvPr>
          <p:cNvSpPr/>
          <p:nvPr/>
        </p:nvSpPr>
        <p:spPr>
          <a:xfrm>
            <a:off x="6355080" y="4349115"/>
            <a:ext cx="2606040" cy="274320"/>
          </a:xfrm>
          <a:prstGeom prst="rect">
            <a:avLst/>
          </a:prstGeom>
          <a:noFill/>
          <a:ln/>
        </p:spPr>
        <p:txBody>
          <a:bodyPr wrap="square" rtlCol="0" anchor="ctr"/>
          <a:lstStyle/>
          <a:p>
            <a:pPr marL="0" indent="0" algn="ctr">
              <a:buNone/>
            </a:pPr>
            <a:r>
              <a:rPr lang="en-US" sz="1100" b="1" dirty="0">
                <a:solidFill>
                  <a:schemeClr val="bg1">
                    <a:lumMod val="50000"/>
                  </a:schemeClr>
                </a:solidFill>
                <a:latin typeface="Calibri" pitchFamily="34" charset="0"/>
                <a:ea typeface="Calibri" pitchFamily="34" charset="-122"/>
                <a:cs typeface="Calibri" pitchFamily="34" charset="-120"/>
              </a:rPr>
              <a:t>TEST ROC — Log1p + LR </a:t>
            </a:r>
            <a:endParaRPr lang="en-US" sz="1100" b="1" dirty="0">
              <a:solidFill>
                <a:schemeClr val="bg1">
                  <a:lumMod val="50000"/>
                </a:schemeClr>
              </a:solidFill>
            </a:endParaRPr>
          </a:p>
        </p:txBody>
      </p:sp>
      <p:pic>
        <p:nvPicPr>
          <p:cNvPr id="40" name="Picture 39">
            <a:extLst>
              <a:ext uri="{FF2B5EF4-FFF2-40B4-BE49-F238E27FC236}">
                <a16:creationId xmlns:a16="http://schemas.microsoft.com/office/drawing/2014/main" id="{74109EE2-3FE7-7C28-067D-A3C742C3BE6C}"/>
              </a:ext>
            </a:extLst>
          </p:cNvPr>
          <p:cNvPicPr>
            <a:picLocks noChangeAspect="1"/>
          </p:cNvPicPr>
          <p:nvPr/>
        </p:nvPicPr>
        <p:blipFill>
          <a:blip r:embed="rId3"/>
          <a:stretch>
            <a:fillRect/>
          </a:stretch>
        </p:blipFill>
        <p:spPr>
          <a:xfrm>
            <a:off x="6146199" y="1903095"/>
            <a:ext cx="2837781" cy="2446020"/>
          </a:xfrm>
          <a:prstGeom prst="rect">
            <a:avLst/>
          </a:prstGeom>
        </p:spPr>
      </p:pic>
      <p:sp>
        <p:nvSpPr>
          <p:cNvPr id="42" name="Text 28">
            <a:extLst>
              <a:ext uri="{FF2B5EF4-FFF2-40B4-BE49-F238E27FC236}">
                <a16:creationId xmlns:a16="http://schemas.microsoft.com/office/drawing/2014/main" id="{8010F8D4-02FD-26BF-C990-4D8B1F4E97C7}"/>
              </a:ext>
            </a:extLst>
          </p:cNvPr>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EXPERIMENT 3</a:t>
            </a:r>
            <a:endParaRPr lang="en-US" sz="12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Handling Class Imbalance — class_weight='balanced'</a:t>
            </a:r>
            <a:endParaRPr lang="en-US" sz="2700" dirty="0"/>
          </a:p>
        </p:txBody>
      </p:sp>
      <p:sp>
        <p:nvSpPr>
          <p:cNvPr id="4" name="Shape 2"/>
          <p:cNvSpPr/>
          <p:nvPr/>
        </p:nvSpPr>
        <p:spPr>
          <a:xfrm>
            <a:off x="11750040" y="-320040"/>
            <a:ext cx="1005840" cy="1005840"/>
          </a:xfrm>
          <a:prstGeom prst="ellipse">
            <a:avLst/>
          </a:prstGeom>
          <a:solidFill>
            <a:srgbClr val="CADCFC"/>
          </a:solidFill>
          <a:ln/>
        </p:spPr>
        <p:txBody>
          <a:bodyPr/>
          <a:lstStyle/>
          <a:p>
            <a:endParaRPr lang="en-IN" dirty="0"/>
          </a:p>
        </p:txBody>
      </p:sp>
      <p:sp>
        <p:nvSpPr>
          <p:cNvPr id="5" name="Text 3"/>
          <p:cNvSpPr/>
          <p:nvPr/>
        </p:nvSpPr>
        <p:spPr>
          <a:xfrm>
            <a:off x="548640" y="1417320"/>
            <a:ext cx="10972800" cy="594360"/>
          </a:xfrm>
          <a:prstGeom prst="rect">
            <a:avLst/>
          </a:prstGeom>
          <a:noFill/>
          <a:ln/>
        </p:spPr>
        <p:txBody>
          <a:bodyPr wrap="square" rtlCol="0" anchor="ctr"/>
          <a:lstStyle/>
          <a:p>
            <a:pPr marL="0" indent="0">
              <a:buNone/>
            </a:pPr>
            <a:r>
              <a:rPr lang="en-US" sz="1300" dirty="0">
                <a:solidFill>
                  <a:srgbClr val="4A5578"/>
                </a:solidFill>
                <a:latin typeface="Calibri" pitchFamily="34" charset="0"/>
                <a:ea typeface="Calibri" pitchFamily="34" charset="-122"/>
                <a:cs typeface="Calibri" pitchFamily="34" charset="-120"/>
              </a:rPr>
              <a:t>Only 15.63% of sessions convert. Instead of resampling (SMOTE), class_weight='balanced' was used inside Logistic Regression to penalise misclassifying the minority (buyer) class more heavily.</a:t>
            </a:r>
            <a:endParaRPr lang="en-US" sz="1300" dirty="0"/>
          </a:p>
        </p:txBody>
      </p:sp>
      <p:sp>
        <p:nvSpPr>
          <p:cNvPr id="6" name="Shape 4"/>
          <p:cNvSpPr/>
          <p:nvPr/>
        </p:nvSpPr>
        <p:spPr>
          <a:xfrm>
            <a:off x="548640" y="2103120"/>
            <a:ext cx="4937760" cy="1691640"/>
          </a:xfrm>
          <a:prstGeom prst="roundRect">
            <a:avLst>
              <a:gd name="adj" fmla="val 3243"/>
            </a:avLst>
          </a:prstGeom>
          <a:solidFill>
            <a:srgbClr val="141B45"/>
          </a:solidFill>
          <a:ln/>
        </p:spPr>
        <p:txBody>
          <a:bodyPr/>
          <a:lstStyle/>
          <a:p>
            <a:endParaRPr lang="en-IN" dirty="0"/>
          </a:p>
        </p:txBody>
      </p:sp>
      <p:sp>
        <p:nvSpPr>
          <p:cNvPr id="7" name="Text 5"/>
          <p:cNvSpPr/>
          <p:nvPr/>
        </p:nvSpPr>
        <p:spPr>
          <a:xfrm>
            <a:off x="749808" y="2249424"/>
            <a:ext cx="4535424" cy="1399032"/>
          </a:xfrm>
          <a:prstGeom prst="rect">
            <a:avLst/>
          </a:prstGeom>
          <a:noFill/>
          <a:ln/>
        </p:spPr>
        <p:txBody>
          <a:bodyPr wrap="square" rtlCol="0" anchor="t"/>
          <a:lstStyle/>
          <a:p>
            <a:pPr marL="0" indent="0">
              <a:lnSpc>
                <a:spcPct val="115000"/>
              </a:lnSpc>
              <a:buNone/>
            </a:pPr>
            <a:r>
              <a:rPr lang="en-US" sz="1250" dirty="0">
                <a:solidFill>
                  <a:srgbClr val="D6E4FF"/>
                </a:solidFill>
                <a:latin typeface="Courier New" pitchFamily="34" charset="0"/>
                <a:ea typeface="Courier New" pitchFamily="34" charset="-122"/>
                <a:cs typeface="Courier New" pitchFamily="34" charset="-120"/>
              </a:rPr>
              <a:t>lr = LogisticRegression(</a:t>
            </a:r>
            <a:endParaRPr lang="en-US" sz="1250" dirty="0"/>
          </a:p>
          <a:p>
            <a:pPr marL="0" indent="0">
              <a:lnSpc>
                <a:spcPct val="115000"/>
              </a:lnSpc>
              <a:buNone/>
            </a:pPr>
            <a:r>
              <a:rPr lang="en-US" sz="1250" dirty="0">
                <a:solidFill>
                  <a:srgbClr val="D6E4FF"/>
                </a:solidFill>
                <a:latin typeface="Courier New" pitchFamily="34" charset="0"/>
                <a:ea typeface="Courier New" pitchFamily="34" charset="-122"/>
                <a:cs typeface="Courier New" pitchFamily="34" charset="-120"/>
              </a:rPr>
              <a:t>    class_weight='balanced',</a:t>
            </a:r>
            <a:endParaRPr lang="en-US" sz="1250" dirty="0"/>
          </a:p>
          <a:p>
            <a:pPr marL="0" indent="0">
              <a:lnSpc>
                <a:spcPct val="115000"/>
              </a:lnSpc>
              <a:buNone/>
            </a:pPr>
            <a:r>
              <a:rPr lang="en-US" sz="1250" dirty="0">
                <a:solidFill>
                  <a:srgbClr val="D6E4FF"/>
                </a:solidFill>
                <a:latin typeface="Courier New" pitchFamily="34" charset="0"/>
                <a:ea typeface="Courier New" pitchFamily="34" charset="-122"/>
                <a:cs typeface="Courier New" pitchFamily="34" charset="-120"/>
              </a:rPr>
              <a:t>    random_state=42,</a:t>
            </a:r>
            <a:endParaRPr lang="en-US" sz="1250" dirty="0"/>
          </a:p>
          <a:p>
            <a:pPr marL="0" indent="0">
              <a:lnSpc>
                <a:spcPct val="115000"/>
              </a:lnSpc>
              <a:buNone/>
            </a:pPr>
            <a:r>
              <a:rPr lang="en-US" sz="1250" dirty="0">
                <a:solidFill>
                  <a:srgbClr val="D6E4FF"/>
                </a:solidFill>
                <a:latin typeface="Courier New" pitchFamily="34" charset="0"/>
                <a:ea typeface="Courier New" pitchFamily="34" charset="-122"/>
                <a:cs typeface="Courier New" pitchFamily="34" charset="-120"/>
              </a:rPr>
              <a:t>    max_iter=1000)</a:t>
            </a:r>
            <a:endParaRPr lang="en-US" sz="1250" dirty="0"/>
          </a:p>
          <a:p>
            <a:pPr marL="0" indent="0">
              <a:lnSpc>
                <a:spcPct val="115000"/>
              </a:lnSpc>
              <a:buNone/>
            </a:pPr>
            <a:r>
              <a:rPr lang="en-US" sz="1250" dirty="0">
                <a:solidFill>
                  <a:srgbClr val="D6E4FF"/>
                </a:solidFill>
                <a:latin typeface="Courier New" pitchFamily="34" charset="0"/>
                <a:ea typeface="Courier New" pitchFamily="34" charset="-122"/>
                <a:cs typeface="Courier New" pitchFamily="34" charset="-120"/>
              </a:rPr>
              <a:t>lr.fit(X_train_scaled, y_train)</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817124598"/>
              </p:ext>
            </p:extLst>
          </p:nvPr>
        </p:nvGraphicFramePr>
        <p:xfrm>
          <a:off x="548640" y="3931920"/>
          <a:ext cx="4937760" cy="251460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191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Log1p+CW</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Yeo-J+CW</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910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87%</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1"/>
                  </a:ext>
                </a:extLst>
              </a:tr>
              <a:tr h="41910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0.54</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2"/>
                  </a:ext>
                </a:extLst>
              </a:tr>
              <a:tr h="41910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0.83</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3"/>
                  </a:ext>
                </a:extLst>
              </a:tr>
              <a:tr h="41910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0.66</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0.65</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4"/>
                  </a:ext>
                </a:extLst>
              </a:tr>
              <a:tr h="41910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0.929</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5760720" y="1965958"/>
            <a:ext cx="5897880" cy="2514601"/>
          </a:xfrm>
          <a:prstGeom prst="roundRect">
            <a:avLst>
              <a:gd name="adj" fmla="val 2388"/>
            </a:avLst>
          </a:prstGeom>
          <a:solidFill>
            <a:srgbClr val="F5F7FC"/>
          </a:solidFill>
          <a:ln/>
          <a:effectLst>
            <a:outerShdw blurRad="101600" dist="38100" dir="2700000" algn="bl" rotWithShape="0">
              <a:srgbClr val="1E2761">
                <a:alpha val="15000"/>
              </a:srgbClr>
            </a:outerShdw>
          </a:effectLst>
        </p:spPr>
        <p:txBody>
          <a:bodyPr/>
          <a:lstStyle/>
          <a:p>
            <a:endParaRPr lang="en-IN" dirty="0"/>
          </a:p>
        </p:txBody>
      </p:sp>
      <p:sp>
        <p:nvSpPr>
          <p:cNvPr id="10" name="Text 7"/>
          <p:cNvSpPr/>
          <p:nvPr/>
        </p:nvSpPr>
        <p:spPr>
          <a:xfrm>
            <a:off x="6035040" y="2103120"/>
            <a:ext cx="5394960" cy="3200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RECALL JUMPS FROM 0.61 → 0.81</a:t>
            </a:r>
            <a:endParaRPr lang="en-US" sz="1350" dirty="0"/>
          </a:p>
        </p:txBody>
      </p:sp>
      <p:sp>
        <p:nvSpPr>
          <p:cNvPr id="11" name="Text 8"/>
          <p:cNvSpPr/>
          <p:nvPr/>
        </p:nvSpPr>
        <p:spPr>
          <a:xfrm>
            <a:off x="6035040" y="2560320"/>
            <a:ext cx="5394960" cy="777240"/>
          </a:xfrm>
          <a:prstGeom prst="rect">
            <a:avLst/>
          </a:prstGeom>
          <a:noFill/>
          <a:ln/>
        </p:spPr>
        <p:txBody>
          <a:bodyPr wrap="square" rtlCol="0" anchor="t"/>
          <a:lstStyle/>
          <a:p>
            <a:pPr marL="0" indent="0">
              <a:buNone/>
            </a:pPr>
            <a:r>
              <a:rPr lang="en-US" sz="1300" dirty="0">
                <a:solidFill>
                  <a:srgbClr val="4A5578"/>
                </a:solidFill>
                <a:latin typeface="Calibri" pitchFamily="34" charset="0"/>
                <a:ea typeface="Calibri" pitchFamily="34" charset="-122"/>
                <a:cs typeface="Calibri" pitchFamily="34" charset="-120"/>
              </a:rPr>
              <a:t>Class weighting makes the model far more sensitive to buyers — it now catches 80% of real purchasers (vs 42% in the baseline). The trade-off: more false positives, so Precision drops to 0.56 and Accuracy to 87%.</a:t>
            </a:r>
            <a:endParaRPr lang="en-US" sz="1300" dirty="0"/>
          </a:p>
        </p:txBody>
      </p:sp>
      <p:sp>
        <p:nvSpPr>
          <p:cNvPr id="12" name="Text 9"/>
          <p:cNvSpPr/>
          <p:nvPr/>
        </p:nvSpPr>
        <p:spPr>
          <a:xfrm>
            <a:off x="6035040" y="3383280"/>
            <a:ext cx="5394960" cy="1005840"/>
          </a:xfrm>
          <a:prstGeom prst="rect">
            <a:avLst/>
          </a:prstGeom>
          <a:noFill/>
          <a:ln/>
        </p:spPr>
        <p:txBody>
          <a:bodyPr wrap="square" rtlCol="0" anchor="t"/>
          <a:lstStyle/>
          <a:p>
            <a:pPr marL="0" indent="0">
              <a:buNone/>
            </a:pPr>
            <a:r>
              <a:rPr lang="en-US" sz="1250" i="1" dirty="0">
                <a:solidFill>
                  <a:srgbClr val="4A5578"/>
                </a:solidFill>
                <a:latin typeface="Calibri" pitchFamily="34" charset="0"/>
                <a:ea typeface="Calibri" pitchFamily="34" charset="-122"/>
                <a:cs typeface="Calibri" pitchFamily="34" charset="-120"/>
              </a:rPr>
              <a:t>When to use this model: when the cost of missing a real buyer is higher than the cost of contacting a few extra non-buyers (e.g. cart-abandonment email campaigns).</a:t>
            </a:r>
            <a:endParaRPr lang="en-US" sz="1250" dirty="0"/>
          </a:p>
        </p:txBody>
      </p:sp>
      <p:sp>
        <p:nvSpPr>
          <p:cNvPr id="13" name="Shape 10"/>
          <p:cNvSpPr/>
          <p:nvPr/>
        </p:nvSpPr>
        <p:spPr>
          <a:xfrm>
            <a:off x="5760720" y="4663440"/>
            <a:ext cx="5897880" cy="1691640"/>
          </a:xfrm>
          <a:prstGeom prst="roundRect">
            <a:avLst>
              <a:gd name="adj" fmla="val 3784"/>
            </a:avLst>
          </a:prstGeom>
          <a:solidFill>
            <a:srgbClr val="1E2761"/>
          </a:solidFill>
          <a:ln/>
        </p:spPr>
        <p:txBody>
          <a:bodyPr/>
          <a:lstStyle/>
          <a:p>
            <a:endParaRPr lang="en-IN" dirty="0"/>
          </a:p>
        </p:txBody>
      </p:sp>
      <p:sp>
        <p:nvSpPr>
          <p:cNvPr id="14" name="Text 11"/>
          <p:cNvSpPr/>
          <p:nvPr/>
        </p:nvSpPr>
        <p:spPr>
          <a:xfrm>
            <a:off x="6035040" y="4846320"/>
            <a:ext cx="5394960" cy="1371600"/>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Conclusion: </a:t>
            </a:r>
            <a:r>
              <a:rPr lang="en-US" sz="1300" dirty="0">
                <a:solidFill>
                  <a:srgbClr val="FFFFFF"/>
                </a:solidFill>
                <a:latin typeface="Calibri" pitchFamily="34" charset="0"/>
                <a:ea typeface="Calibri" pitchFamily="34" charset="-122"/>
                <a:cs typeface="Calibri" pitchFamily="34" charset="-120"/>
              </a:rPr>
              <a:t>Log1p + Class Weight selected over Yeo-Johnson + Class Weight — better Accuracy, Precision, F1 &amp; ROC-AUC, with Recall only marginally lower (0.81 vs 0.83).</a:t>
            </a:r>
            <a:endParaRPr lang="en-US" sz="1300" dirty="0"/>
          </a:p>
        </p:txBody>
      </p:sp>
      <p:sp>
        <p:nvSpPr>
          <p:cNvPr id="15" name="Text 12"/>
          <p:cNvSpPr/>
          <p:nvPr/>
        </p:nvSpPr>
        <p:spPr>
          <a:xfrm>
            <a:off x="11658600" y="6492240"/>
            <a:ext cx="457200" cy="274320"/>
          </a:xfrm>
          <a:prstGeom prst="rect">
            <a:avLst/>
          </a:prstGeom>
          <a:noFill/>
          <a:ln/>
        </p:spPr>
        <p:txBody>
          <a:bodyPr wrap="square" rtlCol="0" anchor="ctr"/>
          <a:lstStyle/>
          <a:p>
            <a:pPr marL="0" indent="0" algn="r">
              <a:buNone/>
            </a:pPr>
            <a:r>
              <a:rPr lang="en-US" sz="1000" dirty="0">
                <a:solidFill>
                  <a:srgbClr val="6B739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EXPERIMENT 4A</a:t>
            </a:r>
            <a:endParaRPr lang="en-US" sz="12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Decision Tree — Default vs GridSearchCV Tuned</a:t>
            </a:r>
            <a:endParaRPr lang="en-US" sz="2700" dirty="0"/>
          </a:p>
        </p:txBody>
      </p:sp>
      <p:sp>
        <p:nvSpPr>
          <p:cNvPr id="4" name="Shape 2"/>
          <p:cNvSpPr/>
          <p:nvPr/>
        </p:nvSpPr>
        <p:spPr>
          <a:xfrm>
            <a:off x="11750040" y="-320040"/>
            <a:ext cx="1005840" cy="1005840"/>
          </a:xfrm>
          <a:prstGeom prst="ellipse">
            <a:avLst/>
          </a:prstGeom>
          <a:solidFill>
            <a:srgbClr val="CADCFC"/>
          </a:solidFill>
          <a:ln/>
        </p:spPr>
        <p:txBody>
          <a:bodyPr/>
          <a:lstStyle/>
          <a:p>
            <a:endParaRPr lang="en-IN" dirty="0"/>
          </a:p>
        </p:txBody>
      </p:sp>
      <p:sp>
        <p:nvSpPr>
          <p:cNvPr id="5" name="Text 3"/>
          <p:cNvSpPr/>
          <p:nvPr/>
        </p:nvSpPr>
        <p:spPr>
          <a:xfrm>
            <a:off x="548640" y="1417320"/>
            <a:ext cx="10972800" cy="411480"/>
          </a:xfrm>
          <a:prstGeom prst="rect">
            <a:avLst/>
          </a:prstGeom>
          <a:noFill/>
          <a:ln/>
        </p:spPr>
        <p:txBody>
          <a:bodyPr wrap="square" rtlCol="0" anchor="ctr"/>
          <a:lstStyle/>
          <a:p>
            <a:pPr marL="0" indent="0">
              <a:buNone/>
            </a:pPr>
            <a:r>
              <a:rPr lang="en-US" sz="1300" dirty="0">
                <a:solidFill>
                  <a:srgbClr val="4A5578"/>
                </a:solidFill>
                <a:latin typeface="Calibri" pitchFamily="34" charset="0"/>
                <a:ea typeface="Calibri" pitchFamily="34" charset="-122"/>
                <a:cs typeface="Calibri" pitchFamily="34" charset="-120"/>
              </a:rPr>
              <a:t>Log1p-transformed features carried forward. A default Decision Tree overfit badly (100% train accuracy) — GridSearchCV was used to tune it.</a:t>
            </a:r>
            <a:endParaRPr lang="en-US" sz="1300" dirty="0"/>
          </a:p>
        </p:txBody>
      </p:sp>
      <p:sp>
        <p:nvSpPr>
          <p:cNvPr id="6" name="Shape 4"/>
          <p:cNvSpPr/>
          <p:nvPr/>
        </p:nvSpPr>
        <p:spPr>
          <a:xfrm>
            <a:off x="548640" y="1920240"/>
            <a:ext cx="5486400" cy="2834640"/>
          </a:xfrm>
          <a:prstGeom prst="roundRect">
            <a:avLst>
              <a:gd name="adj" fmla="val 1935"/>
            </a:avLst>
          </a:prstGeom>
          <a:solidFill>
            <a:srgbClr val="141B45"/>
          </a:solidFill>
          <a:ln/>
        </p:spPr>
        <p:txBody>
          <a:bodyPr/>
          <a:lstStyle/>
          <a:p>
            <a:endParaRPr lang="en-IN" dirty="0"/>
          </a:p>
        </p:txBody>
      </p:sp>
      <p:sp>
        <p:nvSpPr>
          <p:cNvPr id="7" name="Text 5"/>
          <p:cNvSpPr/>
          <p:nvPr/>
        </p:nvSpPr>
        <p:spPr>
          <a:xfrm>
            <a:off x="749808" y="2066544"/>
            <a:ext cx="5084064" cy="2542032"/>
          </a:xfrm>
          <a:prstGeom prst="rect">
            <a:avLst/>
          </a:prstGeom>
          <a:noFill/>
          <a:ln/>
        </p:spPr>
        <p:txBody>
          <a:bodyPr wrap="square" rtlCol="0" anchor="t"/>
          <a:lstStyle/>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param_grid = {</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'max_depth': [3,5,7,10,None],</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'min_samples_split': [2,5,10,20],</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'min_samples_leaf': [1,2,5,10],</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'criterion': ['gini','entropy'],</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'max_features': [None,'sqrt','log2']}</a:t>
            </a:r>
            <a:endParaRPr lang="en-US" sz="1100" dirty="0"/>
          </a:p>
          <a:p>
            <a:pPr marL="0" indent="0">
              <a:lnSpc>
                <a:spcPct val="115000"/>
              </a:lnSpc>
              <a:buNone/>
            </a:pP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grid_dt = GridSearchCV(dt, param_grid, cv=5,</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scoring='f1', n_jobs=-1)</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480 candidates x 5 folds = 2400 fits</a:t>
            </a:r>
            <a:endParaRPr lang="en-US" sz="1100" dirty="0"/>
          </a:p>
        </p:txBody>
      </p:sp>
      <p:sp>
        <p:nvSpPr>
          <p:cNvPr id="8" name="Shape 6"/>
          <p:cNvSpPr/>
          <p:nvPr/>
        </p:nvSpPr>
        <p:spPr>
          <a:xfrm>
            <a:off x="548640" y="4892040"/>
            <a:ext cx="5486400" cy="1417320"/>
          </a:xfrm>
          <a:prstGeom prst="roundRect">
            <a:avLst>
              <a:gd name="adj" fmla="val 4516"/>
            </a:avLst>
          </a:prstGeom>
          <a:solidFill>
            <a:srgbClr val="F5F7FC"/>
          </a:solidFill>
          <a:ln/>
        </p:spPr>
        <p:txBody>
          <a:bodyPr/>
          <a:lstStyle/>
          <a:p>
            <a:endParaRPr lang="en-IN" dirty="0"/>
          </a:p>
        </p:txBody>
      </p:sp>
      <p:sp>
        <p:nvSpPr>
          <p:cNvPr id="9" name="Text 7"/>
          <p:cNvSpPr/>
          <p:nvPr/>
        </p:nvSpPr>
        <p:spPr>
          <a:xfrm>
            <a:off x="777240" y="5029200"/>
            <a:ext cx="5029200" cy="114300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Best Params: criterion='gini', max_depth=7, min_samples_leaf=5, min_samples_split=20  |  Best CV F1 = 0.642</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2090448438"/>
              </p:ext>
            </p:extLst>
          </p:nvPr>
        </p:nvGraphicFramePr>
        <p:xfrm>
          <a:off x="6355080" y="1920240"/>
          <a:ext cx="5257800" cy="2926080"/>
        </p:xfrm>
        <a:graphic>
          <a:graphicData uri="http://schemas.openxmlformats.org/drawingml/2006/table">
            <a:tbl>
              <a:tblPr/>
              <a:tblGrid>
                <a:gridCol w="1965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8768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Default DT</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Tuned DT</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8768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Train Accuracy</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F96167"/>
                          </a:solidFill>
                          <a:latin typeface="Calibri" pitchFamily="34" charset="0"/>
                          <a:ea typeface="Calibri" pitchFamily="34" charset="-122"/>
                          <a:cs typeface="Calibri" pitchFamily="34" charset="-120"/>
                        </a:rPr>
                        <a:t>1.00 (overfit)</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0.87</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1"/>
                  </a:ext>
                </a:extLst>
              </a:tr>
              <a:tr h="48768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86.03%</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85.25%</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2"/>
                  </a:ext>
                </a:extLst>
              </a:tr>
              <a:tr h="48768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3"/>
                  </a:ext>
                </a:extLst>
              </a:tr>
              <a:tr h="48768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4"/>
                  </a:ext>
                </a:extLst>
              </a:tr>
              <a:tr h="48768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0.63</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Shape 8"/>
          <p:cNvSpPr/>
          <p:nvPr/>
        </p:nvSpPr>
        <p:spPr>
          <a:xfrm>
            <a:off x="6355080" y="5029200"/>
            <a:ext cx="5257800" cy="1280160"/>
          </a:xfrm>
          <a:prstGeom prst="roundRect">
            <a:avLst>
              <a:gd name="adj" fmla="val 5000"/>
            </a:avLst>
          </a:prstGeom>
          <a:solidFill>
            <a:srgbClr val="1E2761"/>
          </a:solidFill>
          <a:ln/>
        </p:spPr>
        <p:txBody>
          <a:bodyPr/>
          <a:lstStyle/>
          <a:p>
            <a:endParaRPr lang="en-IN" dirty="0"/>
          </a:p>
        </p:txBody>
      </p:sp>
      <p:sp>
        <p:nvSpPr>
          <p:cNvPr id="12" name="Text 9"/>
          <p:cNvSpPr/>
          <p:nvPr/>
        </p:nvSpPr>
        <p:spPr>
          <a:xfrm>
            <a:off x="6583680" y="5120640"/>
            <a:ext cx="4800600" cy="10972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Tuning removed the massive train/test gap (overfitting) and boosted Recall to 0.81, though it stays behind Logistic Regression + Class Weight overall.</a:t>
            </a:r>
            <a:endParaRPr lang="en-US" sz="1200" dirty="0"/>
          </a:p>
        </p:txBody>
      </p:sp>
      <p:sp>
        <p:nvSpPr>
          <p:cNvPr id="13" name="Text 10"/>
          <p:cNvSpPr/>
          <p:nvPr/>
        </p:nvSpPr>
        <p:spPr>
          <a:xfrm>
            <a:off x="11658600" y="6492240"/>
            <a:ext cx="457200" cy="274320"/>
          </a:xfrm>
          <a:prstGeom prst="rect">
            <a:avLst/>
          </a:prstGeom>
          <a:noFill/>
          <a:ln/>
        </p:spPr>
        <p:txBody>
          <a:bodyPr wrap="square" rtlCol="0" anchor="ctr"/>
          <a:lstStyle/>
          <a:p>
            <a:pPr marL="0" indent="0" algn="r">
              <a:buNone/>
            </a:pPr>
            <a:r>
              <a:rPr lang="en-US" sz="1000" dirty="0">
                <a:solidFill>
                  <a:srgbClr val="6B739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EXPERIMENT 4B</a:t>
            </a:r>
            <a:endParaRPr lang="en-US" sz="12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Random Forest — Default vs RandomizedSearchCV Tuned</a:t>
            </a:r>
            <a:endParaRPr lang="en-US" sz="2700" dirty="0"/>
          </a:p>
        </p:txBody>
      </p:sp>
      <p:sp>
        <p:nvSpPr>
          <p:cNvPr id="4" name="Shape 2"/>
          <p:cNvSpPr/>
          <p:nvPr/>
        </p:nvSpPr>
        <p:spPr>
          <a:xfrm>
            <a:off x="11750040" y="-320040"/>
            <a:ext cx="1005840" cy="1005840"/>
          </a:xfrm>
          <a:prstGeom prst="ellipse">
            <a:avLst/>
          </a:prstGeom>
          <a:solidFill>
            <a:srgbClr val="CADCFC"/>
          </a:solidFill>
          <a:ln/>
        </p:spPr>
        <p:txBody>
          <a:bodyPr/>
          <a:lstStyle/>
          <a:p>
            <a:endParaRPr lang="en-IN" dirty="0"/>
          </a:p>
        </p:txBody>
      </p:sp>
      <p:sp>
        <p:nvSpPr>
          <p:cNvPr id="5" name="Shape 3"/>
          <p:cNvSpPr/>
          <p:nvPr/>
        </p:nvSpPr>
        <p:spPr>
          <a:xfrm>
            <a:off x="548640" y="1463040"/>
            <a:ext cx="5486400" cy="3063240"/>
          </a:xfrm>
          <a:prstGeom prst="roundRect">
            <a:avLst>
              <a:gd name="adj" fmla="val 1791"/>
            </a:avLst>
          </a:prstGeom>
          <a:solidFill>
            <a:srgbClr val="141B45"/>
          </a:solidFill>
          <a:ln/>
        </p:spPr>
        <p:txBody>
          <a:bodyPr/>
          <a:lstStyle/>
          <a:p>
            <a:endParaRPr lang="en-IN" dirty="0"/>
          </a:p>
        </p:txBody>
      </p:sp>
      <p:sp>
        <p:nvSpPr>
          <p:cNvPr id="6" name="Text 4"/>
          <p:cNvSpPr/>
          <p:nvPr/>
        </p:nvSpPr>
        <p:spPr>
          <a:xfrm>
            <a:off x="749808" y="1609344"/>
            <a:ext cx="5084064" cy="2770632"/>
          </a:xfrm>
          <a:prstGeom prst="rect">
            <a:avLst/>
          </a:prstGeom>
          <a:noFill/>
          <a:ln/>
        </p:spPr>
        <p:txBody>
          <a:bodyPr wrap="square" rtlCol="0" anchor="t"/>
          <a:lstStyle/>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param_dist = {</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'n_estimators': [100,200,300,500],</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'max_depth': [5,10,15,20,None],</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'min_samples_split': [2,5,10,20],</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'min_samples_leaf': [1,2,5,10],</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'max_features': ['sqrt','log2'],</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'bootstrap': [True, False]}</a:t>
            </a:r>
            <a:endParaRPr lang="en-US" sz="1100" dirty="0"/>
          </a:p>
          <a:p>
            <a:pPr marL="0" indent="0">
              <a:lnSpc>
                <a:spcPct val="115000"/>
              </a:lnSpc>
              <a:buNone/>
            </a:pP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random_rf = RandomizedSearchCV(rf, param_dist,</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n_iter=30, cv=5, scoring='f1', n_jobs=-1)</a:t>
            </a:r>
            <a:endParaRPr lang="en-US" sz="1100" dirty="0"/>
          </a:p>
          <a:p>
            <a:pPr marL="0" indent="0">
              <a:lnSpc>
                <a:spcPct val="115000"/>
              </a:lnSpc>
              <a:buNone/>
            </a:pPr>
            <a:r>
              <a:rPr lang="en-US" sz="1100" dirty="0">
                <a:solidFill>
                  <a:srgbClr val="D6E4FF"/>
                </a:solidFill>
                <a:latin typeface="Courier New" pitchFamily="34" charset="0"/>
                <a:ea typeface="Courier New" pitchFamily="34" charset="-122"/>
                <a:cs typeface="Courier New" pitchFamily="34" charset="-120"/>
              </a:rPr>
              <a:t># 30 candidates x 5 folds = 150 fits</a:t>
            </a:r>
            <a:endParaRPr lang="en-US" sz="1100" dirty="0"/>
          </a:p>
        </p:txBody>
      </p:sp>
      <p:sp>
        <p:nvSpPr>
          <p:cNvPr id="7" name="Shape 5"/>
          <p:cNvSpPr/>
          <p:nvPr/>
        </p:nvSpPr>
        <p:spPr>
          <a:xfrm>
            <a:off x="548640" y="4663440"/>
            <a:ext cx="5486400" cy="1600200"/>
          </a:xfrm>
          <a:prstGeom prst="roundRect">
            <a:avLst>
              <a:gd name="adj" fmla="val 4000"/>
            </a:avLst>
          </a:prstGeom>
          <a:solidFill>
            <a:srgbClr val="F5F7FC"/>
          </a:solidFill>
          <a:ln/>
        </p:spPr>
        <p:txBody>
          <a:bodyPr/>
          <a:lstStyle/>
          <a:p>
            <a:endParaRPr lang="en-IN" dirty="0"/>
          </a:p>
        </p:txBody>
      </p:sp>
      <p:sp>
        <p:nvSpPr>
          <p:cNvPr id="8" name="Text 6"/>
          <p:cNvSpPr/>
          <p:nvPr/>
        </p:nvSpPr>
        <p:spPr>
          <a:xfrm>
            <a:off x="777240" y="4800600"/>
            <a:ext cx="5029200" cy="132588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Best Params: n_estimators=300, max_depth=15, min_samples_split=10, min_samples_leaf=2, max_features='log2'  |  Best CV F1 = 0.686</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897223467"/>
              </p:ext>
            </p:extLst>
          </p:nvPr>
        </p:nvGraphicFramePr>
        <p:xfrm>
          <a:off x="6355080" y="1463040"/>
          <a:ext cx="5257800" cy="3383282"/>
        </p:xfrm>
        <a:graphic>
          <a:graphicData uri="http://schemas.openxmlformats.org/drawingml/2006/table">
            <a:tbl>
              <a:tblPr/>
              <a:tblGrid>
                <a:gridCol w="1965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8332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Default RF</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Tuned RF</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8332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Train Accuracy</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F96167"/>
                          </a:solidFill>
                          <a:latin typeface="Calibri" pitchFamily="34" charset="0"/>
                          <a:ea typeface="Calibri" pitchFamily="34" charset="-122"/>
                          <a:cs typeface="Calibri" pitchFamily="34" charset="-120"/>
                        </a:rPr>
                        <a:t>1.00 (overfit)</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0.947</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1"/>
                  </a:ext>
                </a:extLst>
              </a:tr>
              <a:tr h="48332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90.20%</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89.34%</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2"/>
                  </a:ext>
                </a:extLst>
              </a:tr>
              <a:tr h="48332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0.64</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3"/>
                  </a:ext>
                </a:extLst>
              </a:tr>
              <a:tr h="48332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4"/>
                  </a:ext>
                </a:extLst>
              </a:tr>
              <a:tr h="48332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0.64</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0.69</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5"/>
                  </a:ext>
                </a:extLst>
              </a:tr>
              <a:tr h="483326">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ROC-AUC (test)</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0.924</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tc>
                  <a:txBody>
                    <a:bodyPr/>
                    <a:lstStyle/>
                    <a:p>
                      <a:pPr marL="0" indent="0" algn="ctr">
                        <a:buNone/>
                      </a:pPr>
                      <a:r>
                        <a:rPr lang="en-US" sz="1200" b="1" dirty="0">
                          <a:solidFill>
                            <a:srgbClr val="02C39A"/>
                          </a:solidFill>
                          <a:latin typeface="Calibri" pitchFamily="34" charset="0"/>
                          <a:ea typeface="Calibri" pitchFamily="34" charset="-122"/>
                          <a:cs typeface="Calibri" pitchFamily="34" charset="-120"/>
                        </a:rPr>
                        <a:t>0.928</a:t>
                      </a:r>
                      <a:endParaRPr lang="en-US" sz="1200" dirty="0">
                        <a:latin typeface="Calibri" charset="0"/>
                        <a:ea typeface="Calibri" charset="0"/>
                        <a:cs typeface="Calibri" charset="0"/>
                      </a:endParaRPr>
                    </a:p>
                  </a:txBody>
                  <a:tcPr anchor="ctr">
                    <a:lnL w="6350" cap="flat" cmpd="sng" algn="ctr">
                      <a:solidFill>
                        <a:srgbClr val="D8DEEF"/>
                      </a:solidFill>
                      <a:prstDash val="solid"/>
                      <a:round/>
                      <a:headEnd type="none" w="med" len="med"/>
                      <a:tailEnd type="none" w="med" len="med"/>
                    </a:lnL>
                    <a:lnR w="6350" cap="flat" cmpd="sng" algn="ctr">
                      <a:solidFill>
                        <a:srgbClr val="D8DEEF"/>
                      </a:solidFill>
                      <a:prstDash val="solid"/>
                      <a:round/>
                      <a:headEnd type="none" w="med" len="med"/>
                      <a:tailEnd type="none" w="med" len="med"/>
                    </a:lnR>
                    <a:lnT w="6350" cap="flat" cmpd="sng" algn="ctr">
                      <a:solidFill>
                        <a:srgbClr val="D8DEEF"/>
                      </a:solidFill>
                      <a:prstDash val="solid"/>
                      <a:round/>
                      <a:headEnd type="none" w="med" len="med"/>
                      <a:tailEnd type="none" w="med" len="med"/>
                    </a:lnT>
                    <a:lnB w="6350" cap="flat" cmpd="sng" algn="ctr">
                      <a:solidFill>
                        <a:srgbClr val="D8DEE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Shape 7"/>
          <p:cNvSpPr/>
          <p:nvPr/>
        </p:nvSpPr>
        <p:spPr>
          <a:xfrm>
            <a:off x="6355080" y="5029200"/>
            <a:ext cx="5257800" cy="1234440"/>
          </a:xfrm>
          <a:prstGeom prst="roundRect">
            <a:avLst>
              <a:gd name="adj" fmla="val 5185"/>
            </a:avLst>
          </a:prstGeom>
          <a:solidFill>
            <a:srgbClr val="02C39A"/>
          </a:solidFill>
          <a:ln/>
        </p:spPr>
        <p:txBody>
          <a:bodyPr/>
          <a:lstStyle/>
          <a:p>
            <a:endParaRPr lang="en-IN" dirty="0"/>
          </a:p>
        </p:txBody>
      </p:sp>
      <p:sp>
        <p:nvSpPr>
          <p:cNvPr id="11" name="Text 8"/>
          <p:cNvSpPr/>
          <p:nvPr/>
        </p:nvSpPr>
        <p:spPr>
          <a:xfrm>
            <a:off x="6583680" y="5120640"/>
            <a:ext cx="4800600" cy="1051560"/>
          </a:xfrm>
          <a:prstGeom prst="rect">
            <a:avLst/>
          </a:prstGeom>
          <a:noFill/>
          <a:ln/>
        </p:spPr>
        <p:txBody>
          <a:bodyPr wrap="square"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Best model of all 4 experiments — highest F1 (0.69) and strong ROC-AUC (0.929), with balanced Precision &amp; Recall.</a:t>
            </a:r>
            <a:endParaRPr lang="en-US" sz="1300" dirty="0"/>
          </a:p>
        </p:txBody>
      </p:sp>
      <p:sp>
        <p:nvSpPr>
          <p:cNvPr id="12" name="Text 9"/>
          <p:cNvSpPr/>
          <p:nvPr/>
        </p:nvSpPr>
        <p:spPr>
          <a:xfrm>
            <a:off x="11658600" y="6492240"/>
            <a:ext cx="457200" cy="274320"/>
          </a:xfrm>
          <a:prstGeom prst="rect">
            <a:avLst/>
          </a:prstGeom>
          <a:noFill/>
          <a:ln/>
        </p:spPr>
        <p:txBody>
          <a:bodyPr wrap="square" rtlCol="0" anchor="ctr"/>
          <a:lstStyle/>
          <a:p>
            <a:pPr marL="0" indent="0" algn="r">
              <a:buNone/>
            </a:pPr>
            <a:r>
              <a:rPr lang="en-US" sz="1000" dirty="0">
                <a:solidFill>
                  <a:srgbClr val="6B739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FINAL COMPARISON</a:t>
            </a:r>
            <a:endParaRPr lang="en-US" sz="1250" dirty="0"/>
          </a:p>
        </p:txBody>
      </p:sp>
      <p:sp>
        <p:nvSpPr>
          <p:cNvPr id="3" name="Text 1"/>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16233F"/>
                </a:solidFill>
                <a:latin typeface="Cambria" pitchFamily="34" charset="0"/>
                <a:ea typeface="Cambria" pitchFamily="34" charset="-122"/>
                <a:cs typeface="Cambria" pitchFamily="34" charset="-120"/>
              </a:rPr>
              <a:t>All Five Experiments, Side by Side</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2821992797"/>
              </p:ext>
            </p:extLst>
          </p:nvPr>
        </p:nvGraphicFramePr>
        <p:xfrm>
          <a:off x="548640" y="1600200"/>
          <a:ext cx="10515600" cy="2743200"/>
        </p:xfrm>
        <a:graphic>
          <a:graphicData uri="http://schemas.openxmlformats.org/drawingml/2006/table">
            <a:tbl>
              <a:tblPr/>
              <a:tblGrid>
                <a:gridCol w="6858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1243584">
                  <a:extLst>
                    <a:ext uri="{9D8B030D-6E8A-4147-A177-3AD203B41FA5}">
                      <a16:colId xmlns:a16="http://schemas.microsoft.com/office/drawing/2014/main" val="20002"/>
                    </a:ext>
                  </a:extLst>
                </a:gridCol>
                <a:gridCol w="1243584">
                  <a:extLst>
                    <a:ext uri="{9D8B030D-6E8A-4147-A177-3AD203B41FA5}">
                      <a16:colId xmlns:a16="http://schemas.microsoft.com/office/drawing/2014/main" val="20003"/>
                    </a:ext>
                  </a:extLst>
                </a:gridCol>
                <a:gridCol w="1060704">
                  <a:extLst>
                    <a:ext uri="{9D8B030D-6E8A-4147-A177-3AD203B41FA5}">
                      <a16:colId xmlns:a16="http://schemas.microsoft.com/office/drawing/2014/main" val="20004"/>
                    </a:ext>
                  </a:extLst>
                </a:gridCol>
                <a:gridCol w="1060704">
                  <a:extLst>
                    <a:ext uri="{9D8B030D-6E8A-4147-A177-3AD203B41FA5}">
                      <a16:colId xmlns:a16="http://schemas.microsoft.com/office/drawing/2014/main" val="20005"/>
                    </a:ext>
                  </a:extLst>
                </a:gridCol>
                <a:gridCol w="1060704">
                  <a:extLst>
                    <a:ext uri="{9D8B030D-6E8A-4147-A177-3AD203B41FA5}">
                      <a16:colId xmlns:a16="http://schemas.microsoft.com/office/drawing/2014/main" val="20006"/>
                    </a:ext>
                  </a:extLst>
                </a:gridCol>
              </a:tblGrid>
              <a:tr h="4572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Experiment</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Precision</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ROC-AUC</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457200">
                <a:tc>
                  <a:txBody>
                    <a:bodyPr/>
                    <a:lstStyle/>
                    <a:p>
                      <a:pPr marL="0" indent="0" algn="ctr">
                        <a:buNone/>
                      </a:pPr>
                      <a:r>
                        <a:rPr lang="en-US" sz="1150" b="1" dirty="0">
                          <a:solidFill>
                            <a:srgbClr val="1B23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3F3"/>
                    </a:solidFill>
                  </a:tcPr>
                </a:tc>
                <a:tc>
                  <a:txBody>
                    <a:bodyPr/>
                    <a:lstStyle/>
                    <a:p>
                      <a:pPr marL="0" indent="0">
                        <a:buNone/>
                      </a:pPr>
                      <a:r>
                        <a:rPr lang="en-US" sz="1150" b="1" dirty="0">
                          <a:solidFill>
                            <a:srgbClr val="1B2333"/>
                          </a:solidFill>
                          <a:latin typeface="Calibri" pitchFamily="34" charset="0"/>
                          <a:ea typeface="Calibri" pitchFamily="34" charset="-122"/>
                          <a:cs typeface="Calibri" pitchFamily="34" charset="-120"/>
                        </a:rPr>
                        <a:t>Random Forest (tuned) — FINAL MODEL</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3F3"/>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3F3"/>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0.64</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3F3"/>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0.75</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3F3"/>
                    </a:solidFill>
                  </a:tcPr>
                </a:tc>
                <a:tc>
                  <a:txBody>
                    <a:bodyPr/>
                    <a:lstStyle/>
                    <a:p>
                      <a:pPr marL="0" indent="0" algn="ctr">
                        <a:buNone/>
                      </a:pPr>
                      <a:r>
                        <a:rPr lang="en-US" sz="1150" b="1" dirty="0">
                          <a:solidFill>
                            <a:srgbClr val="1B2333"/>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3F3"/>
                    </a:solidFill>
                  </a:tcPr>
                </a:tc>
                <a:tc>
                  <a:txBody>
                    <a:bodyPr/>
                    <a:lstStyle/>
                    <a:p>
                      <a:pPr marL="0" indent="0" algn="ctr">
                        <a:buNone/>
                      </a:pPr>
                      <a:r>
                        <a:rPr lang="en-US" sz="1150" b="1" dirty="0">
                          <a:solidFill>
                            <a:srgbClr val="1B2333"/>
                          </a:solidFill>
                          <a:latin typeface="Calibri" pitchFamily="34" charset="0"/>
                          <a:ea typeface="Calibri" pitchFamily="34" charset="-122"/>
                          <a:cs typeface="Calibri" pitchFamily="34" charset="-120"/>
                        </a:rPr>
                        <a:t>0.928</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3F3"/>
                    </a:solidFill>
                  </a:tcPr>
                </a:tc>
                <a:extLst>
                  <a:ext uri="{0D108BD9-81ED-4DB2-BD59-A6C34878D82A}">
                    <a16:rowId xmlns:a16="http://schemas.microsoft.com/office/drawing/2014/main" val="10001"/>
                  </a:ext>
                </a:extLst>
              </a:tr>
              <a:tr h="457200">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Logistic Regression + Log1p</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90.29%</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0.72</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0.61</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0.66</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0.926</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Logistic Regression + Log1p + Class Weight</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87%</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0.56</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0.81</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0.66</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0.929</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Decision Tree (tuned)</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0.52</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0.81</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0.63</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0.919</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Logistic Regression (baseline)</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0.77</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0.42</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0.54</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marL="0" indent="0">
                        <a:buNone/>
                      </a:pPr>
                      <a:r>
                        <a:rPr lang="en-US" sz="1150" dirty="0">
                          <a:solidFill>
                            <a:srgbClr val="1B2333"/>
                          </a:solidFill>
                          <a:latin typeface="Calibri" pitchFamily="34" charset="0"/>
                          <a:ea typeface="Calibri" pitchFamily="34" charset="-122"/>
                          <a:cs typeface="Calibri" pitchFamily="34" charset="-120"/>
                        </a:rPr>
                        <a:t>0.902</a:t>
                      </a:r>
                      <a:endParaRPr lang="en-US" sz="1150" dirty="0">
                        <a:latin typeface="Calibri" charset="0"/>
                        <a:ea typeface="Calibri" charset="0"/>
                        <a:cs typeface="Calibri" charset="0"/>
                      </a:endParaRPr>
                    </a:p>
                  </a:txBody>
                  <a:tcPr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548640" y="4434840"/>
            <a:ext cx="11064240" cy="1600200"/>
          </a:xfrm>
          <a:prstGeom prst="roundRect">
            <a:avLst>
              <a:gd name="adj" fmla="val 4571"/>
            </a:avLst>
          </a:prstGeom>
          <a:solidFill>
            <a:srgbClr val="16233F"/>
          </a:solidFill>
          <a:ln/>
          <a:effectLst>
            <a:outerShdw blurRad="101600" dist="38100" dir="5400000" algn="bl" rotWithShape="0">
              <a:srgbClr val="000000">
                <a:alpha val="10000"/>
              </a:srgbClr>
            </a:outerShdw>
          </a:effectLst>
        </p:spPr>
        <p:txBody>
          <a:bodyPr/>
          <a:lstStyle/>
          <a:p>
            <a:endParaRPr lang="en-IN" dirty="0"/>
          </a:p>
        </p:txBody>
      </p:sp>
      <p:sp>
        <p:nvSpPr>
          <p:cNvPr id="6" name="Shape 3"/>
          <p:cNvSpPr/>
          <p:nvPr/>
        </p:nvSpPr>
        <p:spPr>
          <a:xfrm>
            <a:off x="822960" y="4709160"/>
            <a:ext cx="548640" cy="548640"/>
          </a:xfrm>
          <a:prstGeom prst="ellipse">
            <a:avLst/>
          </a:prstGeom>
          <a:solidFill>
            <a:srgbClr val="F2A93B"/>
          </a:solidFill>
          <a:ln/>
        </p:spPr>
        <p:txBody>
          <a:bodyPr/>
          <a:lstStyle/>
          <a:p>
            <a:endParaRPr lang="en-IN" dirty="0"/>
          </a:p>
        </p:txBody>
      </p:sp>
      <p:pic>
        <p:nvPicPr>
          <p:cNvPr id="7" name="Image 0" descr="/home/claude/ppt/icons/trophy.png"/>
          <p:cNvPicPr>
            <a:picLocks noChangeAspect="1"/>
          </p:cNvPicPr>
          <p:nvPr/>
        </p:nvPicPr>
        <p:blipFill>
          <a:blip r:embed="rId3"/>
          <a:stretch>
            <a:fillRect/>
          </a:stretch>
        </p:blipFill>
        <p:spPr>
          <a:xfrm>
            <a:off x="941832" y="4828032"/>
            <a:ext cx="310896" cy="310896"/>
          </a:xfrm>
          <a:prstGeom prst="rect">
            <a:avLst/>
          </a:prstGeom>
        </p:spPr>
      </p:pic>
      <p:sp>
        <p:nvSpPr>
          <p:cNvPr id="8" name="Text 4"/>
          <p:cNvSpPr/>
          <p:nvPr/>
        </p:nvSpPr>
        <p:spPr>
          <a:xfrm>
            <a:off x="1600200" y="4617720"/>
            <a:ext cx="969264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Final Recommendation: Tuned Random Forest</a:t>
            </a:r>
            <a:endParaRPr lang="en-US" sz="1500" dirty="0"/>
          </a:p>
        </p:txBody>
      </p:sp>
      <p:sp>
        <p:nvSpPr>
          <p:cNvPr id="9" name="Text 5"/>
          <p:cNvSpPr/>
          <p:nvPr/>
        </p:nvSpPr>
        <p:spPr>
          <a:xfrm>
            <a:off x="1600200" y="4983480"/>
            <a:ext cx="9692640" cy="1005840"/>
          </a:xfrm>
          <a:prstGeom prst="rect">
            <a:avLst/>
          </a:prstGeom>
          <a:noFill/>
          <a:ln/>
        </p:spPr>
        <p:txBody>
          <a:bodyPr wrap="square" lIns="0" tIns="0" rIns="0" bIns="0" rtlCol="0" anchor="ctr"/>
          <a:lstStyle/>
          <a:p>
            <a:pPr marL="0" indent="0">
              <a:lnSpc>
                <a:spcPct val="130000"/>
              </a:lnSpc>
              <a:buNone/>
            </a:pPr>
            <a:r>
              <a:rPr lang="en-US" sz="1150" dirty="0">
                <a:solidFill>
                  <a:srgbClr val="D3DCEC"/>
                </a:solidFill>
                <a:latin typeface="Calibri" pitchFamily="34" charset="0"/>
                <a:ea typeface="Calibri" pitchFamily="34" charset="-122"/>
                <a:cs typeface="Calibri" pitchFamily="34" charset="-120"/>
              </a:rPr>
              <a:t>Although Log1p Logistic Regression achieved the highest raw accuracy (90.29%), accuracy alone is not sufficient on this imbalanced dataset. The tuned Random Forest offers the best overall balance — highest F1-score (0.69) and excellent ROC-AUC (0.929) — making it the most suitable model for production use in identifying real buyers while minimizing missed opportunities.</a:t>
            </a:r>
            <a:endParaRPr lang="en-US" sz="1150" dirty="0"/>
          </a:p>
        </p:txBody>
      </p:sp>
      <p:sp>
        <p:nvSpPr>
          <p:cNvPr id="10" name="Text 6"/>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19 / 20</a:t>
            </a:r>
            <a:endParaRPr lang="en-US" sz="900" dirty="0"/>
          </a:p>
        </p:txBody>
      </p:sp>
      <p:sp>
        <p:nvSpPr>
          <p:cNvPr id="11" name="Text 7"/>
          <p:cNvSpPr/>
          <p:nvPr/>
        </p:nvSpPr>
        <p:spPr>
          <a:xfrm>
            <a:off x="548640" y="6492240"/>
            <a:ext cx="8229600" cy="274320"/>
          </a:xfrm>
          <a:prstGeom prst="rect">
            <a:avLst/>
          </a:prstGeom>
          <a:noFill/>
          <a:ln/>
        </p:spPr>
        <p:txBody>
          <a:bodyPr wrap="square" lIns="0" tIns="0" rIns="0" bIns="0" rtlCol="0" anchor="ctr"/>
          <a:lstStyle/>
          <a:p>
            <a:pPr marL="0" indent="0">
              <a:buNone/>
            </a:pPr>
            <a:r>
              <a:rPr lang="en-US" sz="850" kern="0" spc="100" dirty="0">
                <a:solidFill>
                  <a:srgbClr val="AAB6C8"/>
                </a:solidFill>
                <a:latin typeface="Calibri" pitchFamily="34" charset="0"/>
                <a:ea typeface="Calibri" pitchFamily="34" charset="-122"/>
                <a:cs typeface="Calibri" pitchFamily="34" charset="-120"/>
              </a:rPr>
              <a:t>ONLINE SHOPPERS PURCHASING INTENTION  |  DATA ANALYTICS &amp; MACHINE LEARNING PROJECT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6233F"/>
        </a:solidFill>
        <a:effectLst/>
      </p:bgPr>
    </p:bg>
    <p:spTree>
      <p:nvGrpSpPr>
        <p:cNvPr id="1" name=""/>
        <p:cNvGrpSpPr/>
        <p:nvPr/>
      </p:nvGrpSpPr>
      <p:grpSpPr>
        <a:xfrm>
          <a:off x="0" y="0"/>
          <a:ext cx="0" cy="0"/>
          <a:chOff x="0" y="0"/>
          <a:chExt cx="0" cy="0"/>
        </a:xfrm>
      </p:grpSpPr>
      <p:sp>
        <p:nvSpPr>
          <p:cNvPr id="2" name="Shape 0"/>
          <p:cNvSpPr/>
          <p:nvPr/>
        </p:nvSpPr>
        <p:spPr>
          <a:xfrm>
            <a:off x="9875520" y="-1371600"/>
            <a:ext cx="3840480" cy="3840480"/>
          </a:xfrm>
          <a:prstGeom prst="ellipse">
            <a:avLst/>
          </a:prstGeom>
          <a:solidFill>
            <a:srgbClr val="1F3B63"/>
          </a:solidFill>
          <a:ln/>
        </p:spPr>
        <p:txBody>
          <a:bodyPr/>
          <a:lstStyle/>
          <a:p>
            <a:endParaRPr lang="en-IN" dirty="0"/>
          </a:p>
        </p:txBody>
      </p:sp>
      <p:sp>
        <p:nvSpPr>
          <p:cNvPr id="3" name="Shape 1"/>
          <p:cNvSpPr/>
          <p:nvPr/>
        </p:nvSpPr>
        <p:spPr>
          <a:xfrm>
            <a:off x="-1280160" y="5120640"/>
            <a:ext cx="3108960" cy="3108960"/>
          </a:xfrm>
          <a:prstGeom prst="ellipse">
            <a:avLst/>
          </a:prstGeom>
          <a:solidFill>
            <a:srgbClr val="0E7C86"/>
          </a:solidFill>
          <a:ln/>
        </p:spPr>
        <p:txBody>
          <a:bodyPr/>
          <a:lstStyle/>
          <a:p>
            <a:endParaRPr lang="en-IN" dirty="0"/>
          </a:p>
        </p:txBody>
      </p:sp>
      <p:sp>
        <p:nvSpPr>
          <p:cNvPr id="4" name="Text 2"/>
          <p:cNvSpPr/>
          <p:nvPr/>
        </p:nvSpPr>
        <p:spPr>
          <a:xfrm>
            <a:off x="548640" y="384048"/>
            <a:ext cx="5486400" cy="292608"/>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BUSINESS IMPACT</a:t>
            </a:r>
            <a:endParaRPr lang="en-US" sz="1250" dirty="0"/>
          </a:p>
        </p:txBody>
      </p:sp>
      <p:sp>
        <p:nvSpPr>
          <p:cNvPr id="5" name="Text 3"/>
          <p:cNvSpPr/>
          <p:nvPr/>
        </p:nvSpPr>
        <p:spPr>
          <a:xfrm>
            <a:off x="548640" y="658368"/>
            <a:ext cx="107899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Recommendations &amp; Conclusion</a:t>
            </a:r>
            <a:endParaRPr lang="en-US" sz="3000" dirty="0"/>
          </a:p>
        </p:txBody>
      </p:sp>
      <p:sp>
        <p:nvSpPr>
          <p:cNvPr id="6" name="Shape 4"/>
          <p:cNvSpPr/>
          <p:nvPr/>
        </p:nvSpPr>
        <p:spPr>
          <a:xfrm>
            <a:off x="548640" y="1600200"/>
            <a:ext cx="5394960" cy="2148840"/>
          </a:xfrm>
          <a:prstGeom prst="roundRect">
            <a:avLst>
              <a:gd name="adj" fmla="val 3404"/>
            </a:avLst>
          </a:prstGeom>
          <a:solidFill>
            <a:srgbClr val="1F3B63"/>
          </a:solidFill>
          <a:ln/>
        </p:spPr>
        <p:txBody>
          <a:bodyPr/>
          <a:lstStyle/>
          <a:p>
            <a:endParaRPr lang="en-IN" dirty="0"/>
          </a:p>
        </p:txBody>
      </p:sp>
      <p:sp>
        <p:nvSpPr>
          <p:cNvPr id="7" name="Shape 5"/>
          <p:cNvSpPr/>
          <p:nvPr/>
        </p:nvSpPr>
        <p:spPr>
          <a:xfrm>
            <a:off x="777240" y="1828800"/>
            <a:ext cx="502920" cy="502920"/>
          </a:xfrm>
          <a:prstGeom prst="ellipse">
            <a:avLst/>
          </a:prstGeom>
          <a:solidFill>
            <a:srgbClr val="F2A93B"/>
          </a:solidFill>
          <a:ln/>
        </p:spPr>
        <p:txBody>
          <a:bodyPr/>
          <a:lstStyle/>
          <a:p>
            <a:endParaRPr lang="en-IN" dirty="0"/>
          </a:p>
        </p:txBody>
      </p:sp>
      <p:pic>
        <p:nvPicPr>
          <p:cNvPr id="8" name="Image 0" descr="/home/claude/ppt/icons/calendar.png"/>
          <p:cNvPicPr>
            <a:picLocks noChangeAspect="1"/>
          </p:cNvPicPr>
          <p:nvPr/>
        </p:nvPicPr>
        <p:blipFill>
          <a:blip r:embed="rId3"/>
          <a:stretch>
            <a:fillRect/>
          </a:stretch>
        </p:blipFill>
        <p:spPr>
          <a:xfrm>
            <a:off x="896112" y="1947672"/>
            <a:ext cx="265176" cy="265176"/>
          </a:xfrm>
          <a:prstGeom prst="rect">
            <a:avLst/>
          </a:prstGeom>
        </p:spPr>
      </p:pic>
      <p:sp>
        <p:nvSpPr>
          <p:cNvPr id="9" name="Text 6"/>
          <p:cNvSpPr/>
          <p:nvPr/>
        </p:nvSpPr>
        <p:spPr>
          <a:xfrm>
            <a:off x="1417320" y="1874520"/>
            <a:ext cx="4297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Build a Seasonal Calendar</a:t>
            </a:r>
            <a:endParaRPr lang="en-US" sz="1400" dirty="0"/>
          </a:p>
        </p:txBody>
      </p:sp>
      <p:sp>
        <p:nvSpPr>
          <p:cNvPr id="10" name="Text 7"/>
          <p:cNvSpPr/>
          <p:nvPr/>
        </p:nvSpPr>
        <p:spPr>
          <a:xfrm>
            <a:off x="777240" y="2468880"/>
            <a:ext cx="4937760" cy="1143000"/>
          </a:xfrm>
          <a:prstGeom prst="rect">
            <a:avLst/>
          </a:prstGeom>
          <a:noFill/>
          <a:ln/>
        </p:spPr>
        <p:txBody>
          <a:bodyPr wrap="square" lIns="0" tIns="0" rIns="0" bIns="0" rtlCol="0" anchor="ctr"/>
          <a:lstStyle/>
          <a:p>
            <a:pPr marL="0" indent="0">
              <a:lnSpc>
                <a:spcPct val="125000"/>
              </a:lnSpc>
              <a:buNone/>
            </a:pPr>
            <a:r>
              <a:rPr lang="en-US" sz="1100" dirty="0">
                <a:solidFill>
                  <a:srgbClr val="D3DCEC"/>
                </a:solidFill>
                <a:latin typeface="Calibri" pitchFamily="34" charset="0"/>
                <a:ea typeface="Calibri" pitchFamily="34" charset="-122"/>
                <a:cs typeface="Calibri" pitchFamily="34" charset="-120"/>
              </a:rPr>
              <a:t>Plan campaigns, stock, and offers from September onward instead of waiting for November; use Feb–Mar for brand awareness and list-building.</a:t>
            </a:r>
            <a:endParaRPr lang="en-US" sz="1100" dirty="0"/>
          </a:p>
        </p:txBody>
      </p:sp>
      <p:sp>
        <p:nvSpPr>
          <p:cNvPr id="11" name="Shape 8"/>
          <p:cNvSpPr/>
          <p:nvPr/>
        </p:nvSpPr>
        <p:spPr>
          <a:xfrm>
            <a:off x="6172200" y="1600200"/>
            <a:ext cx="5394960" cy="2148840"/>
          </a:xfrm>
          <a:prstGeom prst="roundRect">
            <a:avLst>
              <a:gd name="adj" fmla="val 3404"/>
            </a:avLst>
          </a:prstGeom>
          <a:solidFill>
            <a:srgbClr val="1F3B63"/>
          </a:solidFill>
          <a:ln/>
        </p:spPr>
        <p:txBody>
          <a:bodyPr/>
          <a:lstStyle/>
          <a:p>
            <a:endParaRPr lang="en-IN" dirty="0"/>
          </a:p>
        </p:txBody>
      </p:sp>
      <p:sp>
        <p:nvSpPr>
          <p:cNvPr id="12" name="Shape 9"/>
          <p:cNvSpPr/>
          <p:nvPr/>
        </p:nvSpPr>
        <p:spPr>
          <a:xfrm>
            <a:off x="6400800" y="1828800"/>
            <a:ext cx="502920" cy="502920"/>
          </a:xfrm>
          <a:prstGeom prst="ellipse">
            <a:avLst/>
          </a:prstGeom>
          <a:solidFill>
            <a:srgbClr val="F2A93B"/>
          </a:solidFill>
          <a:ln/>
        </p:spPr>
        <p:txBody>
          <a:bodyPr/>
          <a:lstStyle/>
          <a:p>
            <a:endParaRPr lang="en-IN" dirty="0"/>
          </a:p>
        </p:txBody>
      </p:sp>
      <p:sp>
        <p:nvSpPr>
          <p:cNvPr id="14" name="Text 10"/>
          <p:cNvSpPr/>
          <p:nvPr/>
        </p:nvSpPr>
        <p:spPr>
          <a:xfrm>
            <a:off x="7040880" y="1874520"/>
            <a:ext cx="4297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Cut Low-Quality Traffic</a:t>
            </a:r>
            <a:endParaRPr lang="en-US" sz="1400" dirty="0"/>
          </a:p>
        </p:txBody>
      </p:sp>
      <p:sp>
        <p:nvSpPr>
          <p:cNvPr id="15" name="Text 11"/>
          <p:cNvSpPr/>
          <p:nvPr/>
        </p:nvSpPr>
        <p:spPr>
          <a:xfrm>
            <a:off x="6400800" y="2468880"/>
            <a:ext cx="4937760" cy="1143000"/>
          </a:xfrm>
          <a:prstGeom prst="rect">
            <a:avLst/>
          </a:prstGeom>
          <a:noFill/>
          <a:ln/>
        </p:spPr>
        <p:txBody>
          <a:bodyPr wrap="square" lIns="0" tIns="0" rIns="0" bIns="0" rtlCol="0" anchor="ctr"/>
          <a:lstStyle/>
          <a:p>
            <a:pPr marL="0" indent="0">
              <a:lnSpc>
                <a:spcPct val="125000"/>
              </a:lnSpc>
              <a:buNone/>
            </a:pPr>
            <a:r>
              <a:rPr lang="en-US" sz="1100" dirty="0">
                <a:solidFill>
                  <a:srgbClr val="D3DCEC"/>
                </a:solidFill>
                <a:latin typeface="Calibri" pitchFamily="34" charset="0"/>
                <a:ea typeface="Calibri" pitchFamily="34" charset="-122"/>
                <a:cs typeface="Calibri" pitchFamily="34" charset="-120"/>
              </a:rPr>
              <a:t>Traffic types with near-zero conversion and high bounce rates (15, 17, 18) should be re-targeted or de-prioritized in ad spend.</a:t>
            </a:r>
            <a:endParaRPr lang="en-US" sz="1100" dirty="0"/>
          </a:p>
        </p:txBody>
      </p:sp>
      <p:sp>
        <p:nvSpPr>
          <p:cNvPr id="16" name="Shape 12"/>
          <p:cNvSpPr/>
          <p:nvPr/>
        </p:nvSpPr>
        <p:spPr>
          <a:xfrm>
            <a:off x="548640" y="3931920"/>
            <a:ext cx="5394960" cy="2148840"/>
          </a:xfrm>
          <a:prstGeom prst="roundRect">
            <a:avLst>
              <a:gd name="adj" fmla="val 3404"/>
            </a:avLst>
          </a:prstGeom>
          <a:solidFill>
            <a:srgbClr val="1F3B63"/>
          </a:solidFill>
          <a:ln/>
        </p:spPr>
        <p:txBody>
          <a:bodyPr/>
          <a:lstStyle/>
          <a:p>
            <a:endParaRPr lang="en-IN" dirty="0"/>
          </a:p>
        </p:txBody>
      </p:sp>
      <p:sp>
        <p:nvSpPr>
          <p:cNvPr id="17" name="Shape 13"/>
          <p:cNvSpPr/>
          <p:nvPr/>
        </p:nvSpPr>
        <p:spPr>
          <a:xfrm>
            <a:off x="777240" y="4160520"/>
            <a:ext cx="502920" cy="502920"/>
          </a:xfrm>
          <a:prstGeom prst="ellipse">
            <a:avLst/>
          </a:prstGeom>
          <a:solidFill>
            <a:srgbClr val="F2A93B"/>
          </a:solidFill>
          <a:ln/>
        </p:spPr>
        <p:txBody>
          <a:bodyPr/>
          <a:lstStyle/>
          <a:p>
            <a:endParaRPr lang="en-IN" dirty="0"/>
          </a:p>
        </p:txBody>
      </p:sp>
      <p:pic>
        <p:nvPicPr>
          <p:cNvPr id="18" name="Image 2" descr="/home/claude/ppt/icons/users.png"/>
          <p:cNvPicPr>
            <a:picLocks noChangeAspect="1"/>
          </p:cNvPicPr>
          <p:nvPr/>
        </p:nvPicPr>
        <p:blipFill>
          <a:blip r:embed="rId4"/>
          <a:stretch>
            <a:fillRect/>
          </a:stretch>
        </p:blipFill>
        <p:spPr>
          <a:xfrm>
            <a:off x="896112" y="4279392"/>
            <a:ext cx="265176" cy="265176"/>
          </a:xfrm>
          <a:prstGeom prst="rect">
            <a:avLst/>
          </a:prstGeom>
        </p:spPr>
      </p:pic>
      <p:sp>
        <p:nvSpPr>
          <p:cNvPr id="19" name="Text 14"/>
          <p:cNvSpPr/>
          <p:nvPr/>
        </p:nvSpPr>
        <p:spPr>
          <a:xfrm>
            <a:off x="1417320" y="4206240"/>
            <a:ext cx="4297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Re-engage Returning Visitors</a:t>
            </a:r>
            <a:endParaRPr lang="en-US" sz="1400" dirty="0"/>
          </a:p>
        </p:txBody>
      </p:sp>
      <p:sp>
        <p:nvSpPr>
          <p:cNvPr id="20" name="Text 15"/>
          <p:cNvSpPr/>
          <p:nvPr/>
        </p:nvSpPr>
        <p:spPr>
          <a:xfrm>
            <a:off x="777240" y="4800600"/>
            <a:ext cx="4937760" cy="1143000"/>
          </a:xfrm>
          <a:prstGeom prst="rect">
            <a:avLst/>
          </a:prstGeom>
          <a:noFill/>
          <a:ln/>
        </p:spPr>
        <p:txBody>
          <a:bodyPr wrap="square" lIns="0" tIns="0" rIns="0" bIns="0" rtlCol="0" anchor="ctr"/>
          <a:lstStyle/>
          <a:p>
            <a:pPr marL="0" indent="0">
              <a:lnSpc>
                <a:spcPct val="125000"/>
              </a:lnSpc>
              <a:buNone/>
            </a:pPr>
            <a:r>
              <a:rPr lang="en-US" sz="1100" dirty="0">
                <a:solidFill>
                  <a:srgbClr val="D3DCEC"/>
                </a:solidFill>
                <a:latin typeface="Calibri" pitchFamily="34" charset="0"/>
                <a:ea typeface="Calibri" pitchFamily="34" charset="-122"/>
                <a:cs typeface="Calibri" pitchFamily="34" charset="-120"/>
              </a:rPr>
              <a:t>Returning visitors are 77% of traffic but convert less than new visitors — loyalty offers and remarketing can close this gap.</a:t>
            </a:r>
            <a:endParaRPr lang="en-US" sz="1100" dirty="0"/>
          </a:p>
        </p:txBody>
      </p:sp>
      <p:sp>
        <p:nvSpPr>
          <p:cNvPr id="21" name="Shape 16"/>
          <p:cNvSpPr/>
          <p:nvPr/>
        </p:nvSpPr>
        <p:spPr>
          <a:xfrm>
            <a:off x="6172200" y="3931920"/>
            <a:ext cx="5394960" cy="2148840"/>
          </a:xfrm>
          <a:prstGeom prst="roundRect">
            <a:avLst>
              <a:gd name="adj" fmla="val 3404"/>
            </a:avLst>
          </a:prstGeom>
          <a:solidFill>
            <a:srgbClr val="1F3B63"/>
          </a:solidFill>
          <a:ln/>
        </p:spPr>
        <p:txBody>
          <a:bodyPr/>
          <a:lstStyle/>
          <a:p>
            <a:endParaRPr lang="en-IN" dirty="0"/>
          </a:p>
        </p:txBody>
      </p:sp>
      <p:sp>
        <p:nvSpPr>
          <p:cNvPr id="22" name="Shape 17"/>
          <p:cNvSpPr/>
          <p:nvPr/>
        </p:nvSpPr>
        <p:spPr>
          <a:xfrm>
            <a:off x="6400800" y="4160520"/>
            <a:ext cx="502920" cy="502920"/>
          </a:xfrm>
          <a:prstGeom prst="ellipse">
            <a:avLst/>
          </a:prstGeom>
          <a:solidFill>
            <a:srgbClr val="F2A93B"/>
          </a:solidFill>
          <a:ln/>
        </p:spPr>
        <p:txBody>
          <a:bodyPr/>
          <a:lstStyle/>
          <a:p>
            <a:endParaRPr lang="en-IN" dirty="0"/>
          </a:p>
        </p:txBody>
      </p:sp>
      <p:sp>
        <p:nvSpPr>
          <p:cNvPr id="24" name="Text 18"/>
          <p:cNvSpPr/>
          <p:nvPr/>
        </p:nvSpPr>
        <p:spPr>
          <a:xfrm>
            <a:off x="7040880" y="4206240"/>
            <a:ext cx="4297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Invest in Product Page</a:t>
            </a:r>
            <a:endParaRPr lang="en-US" sz="1400" dirty="0"/>
          </a:p>
        </p:txBody>
      </p:sp>
      <p:sp>
        <p:nvSpPr>
          <p:cNvPr id="25" name="Text 19"/>
          <p:cNvSpPr/>
          <p:nvPr/>
        </p:nvSpPr>
        <p:spPr>
          <a:xfrm>
            <a:off x="6400800" y="4800600"/>
            <a:ext cx="4937760" cy="1143000"/>
          </a:xfrm>
          <a:prstGeom prst="rect">
            <a:avLst/>
          </a:prstGeom>
          <a:noFill/>
          <a:ln/>
        </p:spPr>
        <p:txBody>
          <a:bodyPr wrap="square" lIns="0" tIns="0" rIns="0" bIns="0" rtlCol="0" anchor="ctr"/>
          <a:lstStyle/>
          <a:p>
            <a:r>
              <a:rPr lang="en-US" sz="1100" dirty="0">
                <a:solidFill>
                  <a:schemeClr val="bg1">
                    <a:lumMod val="95000"/>
                  </a:schemeClr>
                </a:solidFill>
              </a:rPr>
              <a:t>Add detailed descriptions, reviews, comparison tools, and smart related-product sections. This is where the purchase decision is made.</a:t>
            </a:r>
          </a:p>
        </p:txBody>
      </p:sp>
      <p:sp>
        <p:nvSpPr>
          <p:cNvPr id="26" name="Text 20"/>
          <p:cNvSpPr/>
          <p:nvPr/>
        </p:nvSpPr>
        <p:spPr>
          <a:xfrm>
            <a:off x="548640" y="5989320"/>
            <a:ext cx="8686800" cy="685800"/>
          </a:xfrm>
          <a:prstGeom prst="rect">
            <a:avLst/>
          </a:prstGeom>
          <a:noFill/>
          <a:ln/>
        </p:spPr>
        <p:txBody>
          <a:bodyPr wrap="square" lIns="0" tIns="0" rIns="0" bIns="0" rtlCol="0" anchor="ctr"/>
          <a:lstStyle/>
          <a:p>
            <a:pPr marL="0" indent="0">
              <a:lnSpc>
                <a:spcPct val="125000"/>
              </a:lnSpc>
              <a:buNone/>
            </a:pPr>
            <a:r>
              <a:rPr lang="en-US" sz="1150" i="1" dirty="0">
                <a:solidFill>
                  <a:srgbClr val="C7D3E8"/>
                </a:solidFill>
                <a:latin typeface="Calibri" pitchFamily="34" charset="0"/>
                <a:ea typeface="Calibri" pitchFamily="34" charset="-122"/>
                <a:cs typeface="Calibri" pitchFamily="34" charset="-120"/>
              </a:rPr>
              <a:t>The data tells a clear story: engaged users buy, disengaged users don't. A production-ready Random Forest model, paired with these seasonal and segment-level actions, gives the business a concrete path to lift the 15.63% conversion rate.</a:t>
            </a:r>
            <a:endParaRPr lang="en-US" sz="1150" dirty="0"/>
          </a:p>
        </p:txBody>
      </p:sp>
      <p:sp>
        <p:nvSpPr>
          <p:cNvPr id="27" name="Shape 21"/>
          <p:cNvSpPr/>
          <p:nvPr/>
        </p:nvSpPr>
        <p:spPr>
          <a:xfrm>
            <a:off x="9692640" y="6035040"/>
            <a:ext cx="365760" cy="365760"/>
          </a:xfrm>
          <a:prstGeom prst="ellipse">
            <a:avLst/>
          </a:prstGeom>
          <a:solidFill>
            <a:srgbClr val="0E7C86"/>
          </a:solidFill>
          <a:ln/>
        </p:spPr>
        <p:txBody>
          <a:bodyPr/>
          <a:lstStyle/>
          <a:p>
            <a:endParaRPr lang="en-IN" dirty="0"/>
          </a:p>
        </p:txBody>
      </p:sp>
      <p:pic>
        <p:nvPicPr>
          <p:cNvPr id="28" name="Image 4" descr="/home/claude/ppt/icons/github.png"/>
          <p:cNvPicPr>
            <a:picLocks noChangeAspect="1"/>
          </p:cNvPicPr>
          <p:nvPr/>
        </p:nvPicPr>
        <p:blipFill>
          <a:blip r:embed="rId5"/>
          <a:stretch>
            <a:fillRect/>
          </a:stretch>
        </p:blipFill>
        <p:spPr>
          <a:xfrm>
            <a:off x="9811512" y="6153912"/>
            <a:ext cx="128016" cy="128016"/>
          </a:xfrm>
          <a:prstGeom prst="rect">
            <a:avLst/>
          </a:prstGeom>
        </p:spPr>
      </p:pic>
      <p:sp>
        <p:nvSpPr>
          <p:cNvPr id="29" name="Text 22"/>
          <p:cNvSpPr/>
          <p:nvPr/>
        </p:nvSpPr>
        <p:spPr>
          <a:xfrm>
            <a:off x="10149840" y="6108192"/>
            <a:ext cx="1920240" cy="457200"/>
          </a:xfrm>
          <a:prstGeom prst="rect">
            <a:avLst/>
          </a:prstGeom>
          <a:noFill/>
          <a:ln/>
        </p:spPr>
        <p:txBody>
          <a:bodyPr wrap="square" lIns="0" tIns="0" rIns="0" bIns="0" rtlCol="0" anchor="ctr"/>
          <a:lstStyle/>
          <a:p>
            <a:pPr marL="0" indent="0">
              <a:lnSpc>
                <a:spcPct val="115000"/>
              </a:lnSpc>
              <a:buNone/>
            </a:pPr>
            <a:r>
              <a:rPr lang="en-US" sz="950" dirty="0">
                <a:solidFill>
                  <a:srgbClr val="D3DCEC"/>
                </a:solidFill>
                <a:latin typeface="Calibri" pitchFamily="34" charset="0"/>
                <a:ea typeface="Calibri" pitchFamily="34" charset="-122"/>
                <a:cs typeface="Calibri" pitchFamily="34" charset="-120"/>
              </a:rPr>
              <a:t>github.com/komalkakkar1996-source</a:t>
            </a:r>
            <a:endParaRPr lang="en-US" sz="950" dirty="0"/>
          </a:p>
        </p:txBody>
      </p:sp>
      <p:sp>
        <p:nvSpPr>
          <p:cNvPr id="30" name="Text 23"/>
          <p:cNvSpPr/>
          <p:nvPr/>
        </p:nvSpPr>
        <p:spPr>
          <a:xfrm>
            <a:off x="11475720" y="6492240"/>
            <a:ext cx="640080" cy="274320"/>
          </a:xfrm>
          <a:prstGeom prst="rect">
            <a:avLst/>
          </a:prstGeom>
          <a:noFill/>
          <a:ln/>
        </p:spPr>
        <p:txBody>
          <a:bodyPr wrap="square" lIns="0" tIns="0" rIns="0" bIns="0" rtlCol="0" anchor="ctr"/>
          <a:lstStyle/>
          <a:p>
            <a:pPr marL="0" indent="0" algn="r">
              <a:buNone/>
            </a:pPr>
            <a:r>
              <a:rPr lang="en-US" sz="900" dirty="0">
                <a:solidFill>
                  <a:srgbClr val="9FB0C9"/>
                </a:solidFill>
                <a:latin typeface="Calibri" pitchFamily="34" charset="0"/>
                <a:ea typeface="Calibri" pitchFamily="34" charset="-122"/>
                <a:cs typeface="Calibri" pitchFamily="34" charset="-120"/>
              </a:rPr>
              <a:t>20 / 20</a:t>
            </a:r>
            <a:endParaRPr lang="en-US" sz="900" dirty="0"/>
          </a:p>
        </p:txBody>
      </p:sp>
      <p:pic>
        <p:nvPicPr>
          <p:cNvPr id="34" name="Image 1" descr="/home/claude/ppt/icons/filter.png">
            <a:extLst>
              <a:ext uri="{FF2B5EF4-FFF2-40B4-BE49-F238E27FC236}">
                <a16:creationId xmlns:a16="http://schemas.microsoft.com/office/drawing/2014/main" id="{9A1BA6AC-5471-05F2-FBE1-60E09F450EFB}"/>
              </a:ext>
            </a:extLst>
          </p:cNvPr>
          <p:cNvPicPr>
            <a:picLocks noChangeAspect="1"/>
          </p:cNvPicPr>
          <p:nvPr/>
        </p:nvPicPr>
        <p:blipFill>
          <a:blip r:embed="rId6"/>
          <a:stretch>
            <a:fillRect/>
          </a:stretch>
        </p:blipFill>
        <p:spPr>
          <a:xfrm>
            <a:off x="6496812" y="4295394"/>
            <a:ext cx="265176" cy="265176"/>
          </a:xfrm>
          <a:prstGeom prst="rect">
            <a:avLst/>
          </a:prstGeom>
        </p:spPr>
      </p:pic>
      <p:sp>
        <p:nvSpPr>
          <p:cNvPr id="36" name="TextBox 35">
            <a:extLst>
              <a:ext uri="{FF2B5EF4-FFF2-40B4-BE49-F238E27FC236}">
                <a16:creationId xmlns:a16="http://schemas.microsoft.com/office/drawing/2014/main" id="{892EA514-BFA3-7860-3089-80F8DA4E7AA8}"/>
              </a:ext>
            </a:extLst>
          </p:cNvPr>
          <p:cNvSpPr txBox="1"/>
          <p:nvPr/>
        </p:nvSpPr>
        <p:spPr>
          <a:xfrm>
            <a:off x="6452234" y="1887950"/>
            <a:ext cx="502919" cy="369332"/>
          </a:xfrm>
          <a:prstGeom prst="rect">
            <a:avLst/>
          </a:prstGeom>
          <a:noFill/>
        </p:spPr>
        <p:txBody>
          <a:bodyPr wrap="square">
            <a:spAutoFit/>
          </a:bodyPr>
          <a:lstStyle/>
          <a:p>
            <a:r>
              <a:rPr lang="en-US" sz="1800" dirty="0">
                <a:solidFill>
                  <a:srgbClr val="000000"/>
                </a:solidFill>
              </a:rPr>
              <a:t>✂</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1681</TotalTime>
  <Words>3671</Words>
  <Application>Microsoft Office PowerPoint</Application>
  <PresentationFormat>Widescreen</PresentationFormat>
  <Paragraphs>529</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Shoppers Purchasing Intention Analysis</dc:title>
  <dc:subject>PptxGenJS Presentation</dc:subject>
  <dc:creator>Komal Kakkar</dc:creator>
  <cp:lastModifiedBy>Komal kakkar</cp:lastModifiedBy>
  <cp:revision>2</cp:revision>
  <dcterms:created xsi:type="dcterms:W3CDTF">2026-07-07T08:08:10Z</dcterms:created>
  <dcterms:modified xsi:type="dcterms:W3CDTF">2026-07-09T16:08:08Z</dcterms:modified>
</cp:coreProperties>
</file>